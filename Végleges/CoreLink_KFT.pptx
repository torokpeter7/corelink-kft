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2" r:id="rId5"/>
    <p:sldId id="273" r:id="rId6"/>
    <p:sldId id="261" r:id="rId7"/>
    <p:sldId id="262" r:id="rId8"/>
    <p:sldId id="260" r:id="rId9"/>
    <p:sldId id="263" r:id="rId10"/>
    <p:sldId id="271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E7FBB8-7877-4C16-9EED-755B695B4EB4}" v="47" dt="2026-05-10T17:50:37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örök Péter" userId="04e8747b-4df8-49ce-bbf4-696a77217e55" providerId="ADAL" clId="{A8F3C087-207E-418D-BAD6-6CDC94D14E86}"/>
    <pc:docChg chg="undo redo custSel addSld delSld modSld sldOrd">
      <pc:chgData name="Török Péter" userId="04e8747b-4df8-49ce-bbf4-696a77217e55" providerId="ADAL" clId="{A8F3C087-207E-418D-BAD6-6CDC94D14E86}" dt="2026-05-10T17:58:59.637" v="1581" actId="1076"/>
      <pc:docMkLst>
        <pc:docMk/>
      </pc:docMkLst>
      <pc:sldChg chg="addSp delSp modSp mod setBg addAnim modAnim">
        <pc:chgData name="Török Péter" userId="04e8747b-4df8-49ce-bbf4-696a77217e55" providerId="ADAL" clId="{A8F3C087-207E-418D-BAD6-6CDC94D14E86}" dt="2026-05-10T17:47:46.863" v="1512"/>
        <pc:sldMkLst>
          <pc:docMk/>
          <pc:sldMk cId="3075132741" sldId="256"/>
        </pc:sldMkLst>
        <pc:spChg chg="mod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2" creationId="{8093B5EB-B921-57D9-6A87-165F2AA37F7A}"/>
          </ac:spMkLst>
        </pc:spChg>
        <pc:spChg chg="mod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3" creationId="{D9E0F8F3-008D-3162-C624-D5BD1256829B}"/>
          </ac:spMkLst>
        </pc:spChg>
        <pc:spChg chg="add del">
          <ac:chgData name="Török Péter" userId="04e8747b-4df8-49ce-bbf4-696a77217e55" providerId="ADAL" clId="{A8F3C087-207E-418D-BAD6-6CDC94D14E86}" dt="2026-05-10T16:57:42.095" v="494" actId="26606"/>
          <ac:spMkLst>
            <pc:docMk/>
            <pc:sldMk cId="3075132741" sldId="256"/>
            <ac:spMk id="8" creationId="{0E30439A-8A5B-46EC-8283-9B6B031D40D0}"/>
          </ac:spMkLst>
        </pc:spChg>
        <pc:spChg chg="add del">
          <ac:chgData name="Török Péter" userId="04e8747b-4df8-49ce-bbf4-696a77217e55" providerId="ADAL" clId="{A8F3C087-207E-418D-BAD6-6CDC94D14E86}" dt="2026-05-10T16:57:42.095" v="494" actId="26606"/>
          <ac:spMkLst>
            <pc:docMk/>
            <pc:sldMk cId="3075132741" sldId="256"/>
            <ac:spMk id="10" creationId="{5CEAD642-85CF-4750-8432-7C80C901F001}"/>
          </ac:spMkLst>
        </pc:spChg>
        <pc:spChg chg="add del">
          <ac:chgData name="Török Péter" userId="04e8747b-4df8-49ce-bbf4-696a77217e55" providerId="ADAL" clId="{A8F3C087-207E-418D-BAD6-6CDC94D14E86}" dt="2026-05-10T16:57:42.095" v="494" actId="26606"/>
          <ac:spMkLst>
            <pc:docMk/>
            <pc:sldMk cId="3075132741" sldId="256"/>
            <ac:spMk id="12" creationId="{FA33EEAE-15D5-4119-8C1E-89D943F911EF}"/>
          </ac:spMkLst>
        </pc:spChg>
        <pc:spChg chg="add del">
          <ac:chgData name="Török Péter" userId="04e8747b-4df8-49ce-bbf4-696a77217e55" providerId="ADAL" clId="{A8F3C087-207E-418D-BAD6-6CDC94D14E86}" dt="2026-05-10T16:57:42.095" v="494" actId="26606"/>
          <ac:spMkLst>
            <pc:docMk/>
            <pc:sldMk cId="3075132741" sldId="256"/>
            <ac:spMk id="14" creationId="{730D8B3B-9B80-4025-B934-26DC7D7CD231}"/>
          </ac:spMkLst>
        </pc:spChg>
        <pc:spChg chg="add del">
          <ac:chgData name="Török Péter" userId="04e8747b-4df8-49ce-bbf4-696a77217e55" providerId="ADAL" clId="{A8F3C087-207E-418D-BAD6-6CDC94D14E86}" dt="2026-05-10T16:57:42.095" v="494" actId="26606"/>
          <ac:spMkLst>
            <pc:docMk/>
            <pc:sldMk cId="3075132741" sldId="256"/>
            <ac:spMk id="16" creationId="{B5A1B09C-1565-46F8-B70F-621C5EB48A09}"/>
          </ac:spMkLst>
        </pc:spChg>
        <pc:spChg chg="add del">
          <ac:chgData name="Török Péter" userId="04e8747b-4df8-49ce-bbf4-696a77217e55" providerId="ADAL" clId="{A8F3C087-207E-418D-BAD6-6CDC94D14E86}" dt="2026-05-10T16:57:42.095" v="494" actId="26606"/>
          <ac:spMkLst>
            <pc:docMk/>
            <pc:sldMk cId="3075132741" sldId="256"/>
            <ac:spMk id="18" creationId="{8C516CC8-80AC-446C-A56E-9F54B7210402}"/>
          </ac:spMkLst>
        </pc:spChg>
        <pc:spChg chg="add del">
          <ac:chgData name="Török Péter" userId="04e8747b-4df8-49ce-bbf4-696a77217e55" providerId="ADAL" clId="{A8F3C087-207E-418D-BAD6-6CDC94D14E86}" dt="2026-05-10T16:57:42.095" v="494" actId="26606"/>
          <ac:spMkLst>
            <pc:docMk/>
            <pc:sldMk cId="3075132741" sldId="256"/>
            <ac:spMk id="20" creationId="{53947E58-F088-49F1-A3D1-DEA690192E84}"/>
          </ac:spMkLst>
        </pc:spChg>
        <pc:spChg chg="del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25" creationId="{943CAA20-3569-4189-9E48-239A229A86CA}"/>
          </ac:spMkLst>
        </pc:spChg>
        <pc:spChg chg="add del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27" creationId="{DA542B6D-E775-4832-91DC-2D20F857813A}"/>
          </ac:spMkLst>
        </pc:spChg>
        <pc:spChg chg="add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32" creationId="{1A3C89F8-0D2F-47FF-B903-151248265F47}"/>
          </ac:spMkLst>
        </pc:spChg>
        <pc:spChg chg="add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34" creationId="{C5CB530E-515E-412C-9DF1-5F8FFBD6F383}"/>
          </ac:spMkLst>
        </pc:spChg>
        <pc:spChg chg="add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36" creationId="{712D4376-A578-4FF1-94FC-245E7A6A489F}"/>
          </ac:spMkLst>
        </pc:spChg>
        <pc:spChg chg="add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42" creationId="{508BEF50-7B1E-49A4-BC19-5F4F1D755E64}"/>
          </ac:spMkLst>
        </pc:spChg>
        <pc:spChg chg="add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44" creationId="{3FBAD350-5664-4811-A208-657FB882D350}"/>
          </ac:spMkLst>
        </pc:spChg>
        <pc:spChg chg="add">
          <ac:chgData name="Török Péter" userId="04e8747b-4df8-49ce-bbf4-696a77217e55" providerId="ADAL" clId="{A8F3C087-207E-418D-BAD6-6CDC94D14E86}" dt="2026-05-10T17:47:24.501" v="1510" actId="26606"/>
          <ac:spMkLst>
            <pc:docMk/>
            <pc:sldMk cId="3075132741" sldId="256"/>
            <ac:spMk id="46" creationId="{C39ADB8F-D187-49D7-BDCF-C1B6DC727068}"/>
          </ac:spMkLst>
        </pc:spChg>
      </pc:sldChg>
      <pc:sldChg chg="addSp delSp modSp mod setBg">
        <pc:chgData name="Török Péter" userId="04e8747b-4df8-49ce-bbf4-696a77217e55" providerId="ADAL" clId="{A8F3C087-207E-418D-BAD6-6CDC94D14E86}" dt="2026-05-10T17:48:12.005" v="1514" actId="26606"/>
        <pc:sldMkLst>
          <pc:docMk/>
          <pc:sldMk cId="3359984597" sldId="257"/>
        </pc:sldMkLst>
        <pc:spChg chg="mod">
          <ac:chgData name="Török Péter" userId="04e8747b-4df8-49ce-bbf4-696a77217e55" providerId="ADAL" clId="{A8F3C087-207E-418D-BAD6-6CDC94D14E86}" dt="2026-05-10T17:48:12.005" v="1514" actId="26606"/>
          <ac:spMkLst>
            <pc:docMk/>
            <pc:sldMk cId="3359984597" sldId="257"/>
            <ac:spMk id="2" creationId="{655E36D1-C518-86AB-2440-A160ADD7B7DF}"/>
          </ac:spMkLst>
        </pc:spChg>
        <pc:spChg chg="mod">
          <ac:chgData name="Török Péter" userId="04e8747b-4df8-49ce-bbf4-696a77217e55" providerId="ADAL" clId="{A8F3C087-207E-418D-BAD6-6CDC94D14E86}" dt="2026-05-10T17:48:12.005" v="1514" actId="26606"/>
          <ac:spMkLst>
            <pc:docMk/>
            <pc:sldMk cId="3359984597" sldId="257"/>
            <ac:spMk id="3" creationId="{F1379F0C-A98A-18E1-0E20-2E303E756B8A}"/>
          </ac:spMkLst>
        </pc:spChg>
        <pc:spChg chg="add del">
          <ac:chgData name="Török Péter" userId="04e8747b-4df8-49ce-bbf4-696a77217e55" providerId="ADAL" clId="{A8F3C087-207E-418D-BAD6-6CDC94D14E86}" dt="2026-05-10T17:35:49.209" v="1246" actId="26606"/>
          <ac:spMkLst>
            <pc:docMk/>
            <pc:sldMk cId="3359984597" sldId="257"/>
            <ac:spMk id="8" creationId="{100EDD19-6802-4EC3-95CE-CFFAB042CFD6}"/>
          </ac:spMkLst>
        </pc:spChg>
        <pc:spChg chg="add del">
          <ac:chgData name="Török Péter" userId="04e8747b-4df8-49ce-bbf4-696a77217e55" providerId="ADAL" clId="{A8F3C087-207E-418D-BAD6-6CDC94D14E86}" dt="2026-05-10T17:35:49.209" v="1246" actId="26606"/>
          <ac:spMkLst>
            <pc:docMk/>
            <pc:sldMk cId="3359984597" sldId="257"/>
            <ac:spMk id="10" creationId="{DB17E863-922E-4C26-BD64-E8FD41D28661}"/>
          </ac:spMkLst>
        </pc:spChg>
        <pc:spChg chg="add del">
          <ac:chgData name="Török Péter" userId="04e8747b-4df8-49ce-bbf4-696a77217e55" providerId="ADAL" clId="{A8F3C087-207E-418D-BAD6-6CDC94D14E86}" dt="2026-05-10T17:35:53.403" v="1248" actId="26606"/>
          <ac:spMkLst>
            <pc:docMk/>
            <pc:sldMk cId="3359984597" sldId="257"/>
            <ac:spMk id="12" creationId="{777A147A-9ED8-46B4-8660-1B3C2AA880B5}"/>
          </ac:spMkLst>
        </pc:spChg>
        <pc:spChg chg="add del">
          <ac:chgData name="Török Péter" userId="04e8747b-4df8-49ce-bbf4-696a77217e55" providerId="ADAL" clId="{A8F3C087-207E-418D-BAD6-6CDC94D14E86}" dt="2026-05-10T17:35:53.403" v="1248" actId="26606"/>
          <ac:spMkLst>
            <pc:docMk/>
            <pc:sldMk cId="3359984597" sldId="257"/>
            <ac:spMk id="13" creationId="{5D6C15A0-C087-4593-8414-2B4EC1CDC3DE}"/>
          </ac:spMkLst>
        </pc:spChg>
        <pc:spChg chg="add del">
          <ac:chgData name="Török Péter" userId="04e8747b-4df8-49ce-bbf4-696a77217e55" providerId="ADAL" clId="{A8F3C087-207E-418D-BAD6-6CDC94D14E86}" dt="2026-05-10T17:48:12.005" v="1514" actId="26606"/>
          <ac:spMkLst>
            <pc:docMk/>
            <pc:sldMk cId="3359984597" sldId="257"/>
            <ac:spMk id="17" creationId="{4BC99CB9-DDAD-44A2-8A1C-E3AF4E72DF5C}"/>
          </ac:spMkLst>
        </pc:spChg>
        <pc:spChg chg="add del">
          <ac:chgData name="Török Péter" userId="04e8747b-4df8-49ce-bbf4-696a77217e55" providerId="ADAL" clId="{A8F3C087-207E-418D-BAD6-6CDC94D14E86}" dt="2026-05-10T17:48:12.005" v="1514" actId="26606"/>
          <ac:spMkLst>
            <pc:docMk/>
            <pc:sldMk cId="3359984597" sldId="257"/>
            <ac:spMk id="23" creationId="{64053CBF-3932-45FF-8285-EE5146085F3A}"/>
          </ac:spMkLst>
        </pc:spChg>
        <pc:spChg chg="add">
          <ac:chgData name="Török Péter" userId="04e8747b-4df8-49ce-bbf4-696a77217e55" providerId="ADAL" clId="{A8F3C087-207E-418D-BAD6-6CDC94D14E86}" dt="2026-05-10T17:48:12.005" v="1514" actId="26606"/>
          <ac:spMkLst>
            <pc:docMk/>
            <pc:sldMk cId="3359984597" sldId="257"/>
            <ac:spMk id="30" creationId="{A2679492-7988-4050-9056-542444452411}"/>
          </ac:spMkLst>
        </pc:spChg>
        <pc:spChg chg="add">
          <ac:chgData name="Török Péter" userId="04e8747b-4df8-49ce-bbf4-696a77217e55" providerId="ADAL" clId="{A8F3C087-207E-418D-BAD6-6CDC94D14E86}" dt="2026-05-10T17:48:12.005" v="1514" actId="26606"/>
          <ac:spMkLst>
            <pc:docMk/>
            <pc:sldMk cId="3359984597" sldId="257"/>
            <ac:spMk id="32" creationId="{B091B163-7D61-4891-ABCF-5C13D9C418D0}"/>
          </ac:spMkLst>
        </pc:spChg>
        <pc:grpChg chg="add del">
          <ac:chgData name="Török Péter" userId="04e8747b-4df8-49ce-bbf4-696a77217e55" providerId="ADAL" clId="{A8F3C087-207E-418D-BAD6-6CDC94D14E86}" dt="2026-05-10T17:48:12.005" v="1514" actId="26606"/>
          <ac:grpSpMkLst>
            <pc:docMk/>
            <pc:sldMk cId="3359984597" sldId="257"/>
            <ac:grpSpMk id="18" creationId="{B63ACBA3-DEFD-4C6D-BBA0-64468FA99C2D}"/>
          </ac:grpSpMkLst>
        </pc:grpChg>
        <pc:grpChg chg="add del">
          <ac:chgData name="Török Péter" userId="04e8747b-4df8-49ce-bbf4-696a77217e55" providerId="ADAL" clId="{A8F3C087-207E-418D-BAD6-6CDC94D14E86}" dt="2026-05-10T17:48:12.005" v="1514" actId="26606"/>
          <ac:grpSpMkLst>
            <pc:docMk/>
            <pc:sldMk cId="3359984597" sldId="257"/>
            <ac:grpSpMk id="24" creationId="{2E751C04-BEA6-446B-A678-9C74819EBD4C}"/>
          </ac:grpSpMkLst>
        </pc:grpChg>
        <pc:grpChg chg="add">
          <ac:chgData name="Török Péter" userId="04e8747b-4df8-49ce-bbf4-696a77217e55" providerId="ADAL" clId="{A8F3C087-207E-418D-BAD6-6CDC94D14E86}" dt="2026-05-10T17:48:12.005" v="1514" actId="26606"/>
          <ac:grpSpMkLst>
            <pc:docMk/>
            <pc:sldMk cId="3359984597" sldId="257"/>
            <ac:grpSpMk id="34" creationId="{0474DF76-993E-44DE-AFB0-C416182ACECF}"/>
          </ac:grpSpMkLst>
        </pc:grpChg>
        <pc:cxnChg chg="add">
          <ac:chgData name="Török Péter" userId="04e8747b-4df8-49ce-bbf4-696a77217e55" providerId="ADAL" clId="{A8F3C087-207E-418D-BAD6-6CDC94D14E86}" dt="2026-05-10T17:48:12.005" v="1514" actId="26606"/>
          <ac:cxnSpMkLst>
            <pc:docMk/>
            <pc:sldMk cId="3359984597" sldId="257"/>
            <ac:cxnSpMk id="39" creationId="{C49DA8F6-BCC1-4447-B54C-57856834B94B}"/>
          </ac:cxnSpMkLst>
        </pc:cxnChg>
      </pc:sldChg>
      <pc:sldChg chg="addSp delSp modSp mod setBg">
        <pc:chgData name="Török Péter" userId="04e8747b-4df8-49ce-bbf4-696a77217e55" providerId="ADAL" clId="{A8F3C087-207E-418D-BAD6-6CDC94D14E86}" dt="2026-05-10T17:48:25.195" v="1515" actId="26606"/>
        <pc:sldMkLst>
          <pc:docMk/>
          <pc:sldMk cId="1416085460" sldId="259"/>
        </pc:sldMkLst>
        <pc:spChg chg="mod">
          <ac:chgData name="Török Péter" userId="04e8747b-4df8-49ce-bbf4-696a77217e55" providerId="ADAL" clId="{A8F3C087-207E-418D-BAD6-6CDC94D14E86}" dt="2026-05-10T17:48:25.195" v="1515" actId="26606"/>
          <ac:spMkLst>
            <pc:docMk/>
            <pc:sldMk cId="1416085460" sldId="259"/>
            <ac:spMk id="2" creationId="{41B6A159-5E43-46C6-104F-E4F428445AF1}"/>
          </ac:spMkLst>
        </pc:spChg>
        <pc:spChg chg="mod">
          <ac:chgData name="Török Péter" userId="04e8747b-4df8-49ce-bbf4-696a77217e55" providerId="ADAL" clId="{A8F3C087-207E-418D-BAD6-6CDC94D14E86}" dt="2026-05-10T17:48:25.195" v="1515" actId="26606"/>
          <ac:spMkLst>
            <pc:docMk/>
            <pc:sldMk cId="1416085460" sldId="259"/>
            <ac:spMk id="3" creationId="{2B8ABBBE-8FED-2FB1-78AF-100F3947DF27}"/>
          </ac:spMkLst>
        </pc:spChg>
        <pc:spChg chg="add del">
          <ac:chgData name="Török Péter" userId="04e8747b-4df8-49ce-bbf4-696a77217e55" providerId="ADAL" clId="{A8F3C087-207E-418D-BAD6-6CDC94D14E86}" dt="2026-05-10T16:57:55.440" v="497" actId="26606"/>
          <ac:spMkLst>
            <pc:docMk/>
            <pc:sldMk cId="1416085460" sldId="259"/>
            <ac:spMk id="8" creationId="{09588DA8-065E-4F6F-8EFD-43104AB2E0CF}"/>
          </ac:spMkLst>
        </pc:spChg>
        <pc:spChg chg="add del">
          <ac:chgData name="Török Péter" userId="04e8747b-4df8-49ce-bbf4-696a77217e55" providerId="ADAL" clId="{A8F3C087-207E-418D-BAD6-6CDC94D14E86}" dt="2026-05-10T16:57:55.440" v="497" actId="26606"/>
          <ac:spMkLst>
            <pc:docMk/>
            <pc:sldMk cId="1416085460" sldId="259"/>
            <ac:spMk id="10" creationId="{C4285719-470E-454C-AF62-8323075F1F5B}"/>
          </ac:spMkLst>
        </pc:spChg>
        <pc:spChg chg="add del">
          <ac:chgData name="Török Péter" userId="04e8747b-4df8-49ce-bbf4-696a77217e55" providerId="ADAL" clId="{A8F3C087-207E-418D-BAD6-6CDC94D14E86}" dt="2026-05-10T16:57:55.440" v="497" actId="26606"/>
          <ac:spMkLst>
            <pc:docMk/>
            <pc:sldMk cId="1416085460" sldId="259"/>
            <ac:spMk id="12" creationId="{CD9FE4EF-C4D8-49A0-B2FF-81D8DB7D8A24}"/>
          </ac:spMkLst>
        </pc:spChg>
        <pc:spChg chg="add del">
          <ac:chgData name="Török Péter" userId="04e8747b-4df8-49ce-bbf4-696a77217e55" providerId="ADAL" clId="{A8F3C087-207E-418D-BAD6-6CDC94D14E86}" dt="2026-05-10T16:57:55.440" v="497" actId="26606"/>
          <ac:spMkLst>
            <pc:docMk/>
            <pc:sldMk cId="1416085460" sldId="259"/>
            <ac:spMk id="14" creationId="{4300840D-0A0B-4512-BACA-B439D5B9C57C}"/>
          </ac:spMkLst>
        </pc:spChg>
        <pc:spChg chg="add del">
          <ac:chgData name="Török Péter" userId="04e8747b-4df8-49ce-bbf4-696a77217e55" providerId="ADAL" clId="{A8F3C087-207E-418D-BAD6-6CDC94D14E86}" dt="2026-05-10T16:57:55.440" v="497" actId="26606"/>
          <ac:spMkLst>
            <pc:docMk/>
            <pc:sldMk cId="1416085460" sldId="259"/>
            <ac:spMk id="16" creationId="{D2B78728-A580-49A7-84F9-6EF6F583ADE0}"/>
          </ac:spMkLst>
        </pc:spChg>
        <pc:spChg chg="add del">
          <ac:chgData name="Török Péter" userId="04e8747b-4df8-49ce-bbf4-696a77217e55" providerId="ADAL" clId="{A8F3C087-207E-418D-BAD6-6CDC94D14E86}" dt="2026-05-10T16:57:55.440" v="497" actId="26606"/>
          <ac:spMkLst>
            <pc:docMk/>
            <pc:sldMk cId="1416085460" sldId="259"/>
            <ac:spMk id="18" creationId="{38FAA1A1-D861-433F-88FA-1E9D6FD31D11}"/>
          </ac:spMkLst>
        </pc:spChg>
        <pc:spChg chg="add del">
          <ac:chgData name="Török Péter" userId="04e8747b-4df8-49ce-bbf4-696a77217e55" providerId="ADAL" clId="{A8F3C087-207E-418D-BAD6-6CDC94D14E86}" dt="2026-05-10T16:57:55.440" v="497" actId="26606"/>
          <ac:spMkLst>
            <pc:docMk/>
            <pc:sldMk cId="1416085460" sldId="259"/>
            <ac:spMk id="20" creationId="{8D71EDA1-87BF-4D5D-AB79-F346FD19278A}"/>
          </ac:spMkLst>
        </pc:spChg>
        <pc:spChg chg="del">
          <ac:chgData name="Török Péter" userId="04e8747b-4df8-49ce-bbf4-696a77217e55" providerId="ADAL" clId="{A8F3C087-207E-418D-BAD6-6CDC94D14E86}" dt="2026-05-10T17:48:25.195" v="1515" actId="26606"/>
          <ac:spMkLst>
            <pc:docMk/>
            <pc:sldMk cId="1416085460" sldId="259"/>
            <ac:spMk id="25" creationId="{100EDD19-6802-4EC3-95CE-CFFAB042CFD6}"/>
          </ac:spMkLst>
        </pc:spChg>
        <pc:spChg chg="add del">
          <ac:chgData name="Török Péter" userId="04e8747b-4df8-49ce-bbf4-696a77217e55" providerId="ADAL" clId="{A8F3C087-207E-418D-BAD6-6CDC94D14E86}" dt="2026-05-10T17:48:25.195" v="1515" actId="26606"/>
          <ac:spMkLst>
            <pc:docMk/>
            <pc:sldMk cId="1416085460" sldId="259"/>
            <ac:spMk id="27" creationId="{DB17E863-922E-4C26-BD64-E8FD41D28661}"/>
          </ac:spMkLst>
        </pc:spChg>
        <pc:spChg chg="add">
          <ac:chgData name="Török Péter" userId="04e8747b-4df8-49ce-bbf4-696a77217e55" providerId="ADAL" clId="{A8F3C087-207E-418D-BAD6-6CDC94D14E86}" dt="2026-05-10T17:48:25.195" v="1515" actId="26606"/>
          <ac:spMkLst>
            <pc:docMk/>
            <pc:sldMk cId="1416085460" sldId="259"/>
            <ac:spMk id="32" creationId="{A2679492-7988-4050-9056-542444452411}"/>
          </ac:spMkLst>
        </pc:spChg>
        <pc:spChg chg="add">
          <ac:chgData name="Török Péter" userId="04e8747b-4df8-49ce-bbf4-696a77217e55" providerId="ADAL" clId="{A8F3C087-207E-418D-BAD6-6CDC94D14E86}" dt="2026-05-10T17:48:25.195" v="1515" actId="26606"/>
          <ac:spMkLst>
            <pc:docMk/>
            <pc:sldMk cId="1416085460" sldId="259"/>
            <ac:spMk id="34" creationId="{B091B163-7D61-4891-ABCF-5C13D9C418D0}"/>
          </ac:spMkLst>
        </pc:spChg>
        <pc:grpChg chg="add">
          <ac:chgData name="Török Péter" userId="04e8747b-4df8-49ce-bbf4-696a77217e55" providerId="ADAL" clId="{A8F3C087-207E-418D-BAD6-6CDC94D14E86}" dt="2026-05-10T17:48:25.195" v="1515" actId="26606"/>
          <ac:grpSpMkLst>
            <pc:docMk/>
            <pc:sldMk cId="1416085460" sldId="259"/>
            <ac:grpSpMk id="36" creationId="{0474DF76-993E-44DE-AFB0-C416182ACECF}"/>
          </ac:grpSpMkLst>
        </pc:grpChg>
        <pc:cxnChg chg="add">
          <ac:chgData name="Török Péter" userId="04e8747b-4df8-49ce-bbf4-696a77217e55" providerId="ADAL" clId="{A8F3C087-207E-418D-BAD6-6CDC94D14E86}" dt="2026-05-10T17:48:25.195" v="1515" actId="26606"/>
          <ac:cxnSpMkLst>
            <pc:docMk/>
            <pc:sldMk cId="1416085460" sldId="259"/>
            <ac:cxnSpMk id="41" creationId="{C49DA8F6-BCC1-4447-B54C-57856834B94B}"/>
          </ac:cxnSpMkLst>
        </pc:cxnChg>
      </pc:sldChg>
      <pc:sldChg chg="addSp delSp modSp mod setBg">
        <pc:chgData name="Török Péter" userId="04e8747b-4df8-49ce-bbf4-696a77217e55" providerId="ADAL" clId="{A8F3C087-207E-418D-BAD6-6CDC94D14E86}" dt="2026-05-10T17:58:59.637" v="1581" actId="1076"/>
        <pc:sldMkLst>
          <pc:docMk/>
          <pc:sldMk cId="1542166622" sldId="260"/>
        </pc:sldMkLst>
        <pc:spChg chg="mod">
          <ac:chgData name="Török Péter" userId="04e8747b-4df8-49ce-bbf4-696a77217e55" providerId="ADAL" clId="{A8F3C087-207E-418D-BAD6-6CDC94D14E86}" dt="2026-05-10T17:31:50.243" v="1129" actId="26606"/>
          <ac:spMkLst>
            <pc:docMk/>
            <pc:sldMk cId="1542166622" sldId="260"/>
            <ac:spMk id="2" creationId="{184CA4C8-F896-97B7-D53D-EBFEDBE36D52}"/>
          </ac:spMkLst>
        </pc:spChg>
        <pc:spChg chg="mod">
          <ac:chgData name="Török Péter" userId="04e8747b-4df8-49ce-bbf4-696a77217e55" providerId="ADAL" clId="{A8F3C087-207E-418D-BAD6-6CDC94D14E86}" dt="2026-05-10T17:34:59.926" v="1218" actId="12"/>
          <ac:spMkLst>
            <pc:docMk/>
            <pc:sldMk cId="1542166622" sldId="260"/>
            <ac:spMk id="3" creationId="{F5A59FFE-4BF0-1D62-5737-51892E394458}"/>
          </ac:spMkLst>
        </pc:spChg>
        <pc:spChg chg="add del">
          <ac:chgData name="Török Péter" userId="04e8747b-4df8-49ce-bbf4-696a77217e55" providerId="ADAL" clId="{A8F3C087-207E-418D-BAD6-6CDC94D14E86}" dt="2026-05-10T17:31:47.069" v="1128" actId="478"/>
          <ac:spMkLst>
            <pc:docMk/>
            <pc:sldMk cId="1542166622" sldId="260"/>
            <ac:spMk id="6" creationId="{7D0CB449-BE01-588A-3285-B43D2439E3AC}"/>
          </ac:spMkLst>
        </pc:spChg>
        <pc:spChg chg="add">
          <ac:chgData name="Török Péter" userId="04e8747b-4df8-49ce-bbf4-696a77217e55" providerId="ADAL" clId="{A8F3C087-207E-418D-BAD6-6CDC94D14E86}" dt="2026-05-10T17:31:50.243" v="1129" actId="26606"/>
          <ac:spMkLst>
            <pc:docMk/>
            <pc:sldMk cId="1542166622" sldId="260"/>
            <ac:spMk id="10" creationId="{2B97F24A-32CE-4C1C-A50D-3016B394DCFB}"/>
          </ac:spMkLst>
        </pc:spChg>
        <pc:spChg chg="add">
          <ac:chgData name="Török Péter" userId="04e8747b-4df8-49ce-bbf4-696a77217e55" providerId="ADAL" clId="{A8F3C087-207E-418D-BAD6-6CDC94D14E86}" dt="2026-05-10T17:31:50.243" v="1129" actId="26606"/>
          <ac:spMkLst>
            <pc:docMk/>
            <pc:sldMk cId="1542166622" sldId="260"/>
            <ac:spMk id="12" creationId="{CD8B4F24-440B-49E9-B85D-733523DC064B}"/>
          </ac:spMkLst>
        </pc:spChg>
        <pc:picChg chg="del mod">
          <ac:chgData name="Török Péter" userId="04e8747b-4df8-49ce-bbf4-696a77217e55" providerId="ADAL" clId="{A8F3C087-207E-418D-BAD6-6CDC94D14E86}" dt="2026-05-10T17:58:50.643" v="1576" actId="478"/>
          <ac:picMkLst>
            <pc:docMk/>
            <pc:sldMk cId="1542166622" sldId="260"/>
            <ac:picMk id="5" creationId="{3A96E221-AFA8-454F-3662-37F850251F2E}"/>
          </ac:picMkLst>
        </pc:picChg>
        <pc:picChg chg="add mod">
          <ac:chgData name="Török Péter" userId="04e8747b-4df8-49ce-bbf4-696a77217e55" providerId="ADAL" clId="{A8F3C087-207E-418D-BAD6-6CDC94D14E86}" dt="2026-05-10T17:58:59.637" v="1581" actId="1076"/>
          <ac:picMkLst>
            <pc:docMk/>
            <pc:sldMk cId="1542166622" sldId="260"/>
            <ac:picMk id="6" creationId="{3208D8BF-49C6-DBE9-1A3A-8CA95F3F0542}"/>
          </ac:picMkLst>
        </pc:picChg>
      </pc:sldChg>
      <pc:sldChg chg="addSp delSp modSp mod setBg">
        <pc:chgData name="Török Péter" userId="04e8747b-4df8-49ce-bbf4-696a77217e55" providerId="ADAL" clId="{A8F3C087-207E-418D-BAD6-6CDC94D14E86}" dt="2026-05-10T17:34:38.606" v="1213" actId="27636"/>
        <pc:sldMkLst>
          <pc:docMk/>
          <pc:sldMk cId="352995041" sldId="261"/>
        </pc:sldMkLst>
        <pc:spChg chg="mod">
          <ac:chgData name="Török Péter" userId="04e8747b-4df8-49ce-bbf4-696a77217e55" providerId="ADAL" clId="{A8F3C087-207E-418D-BAD6-6CDC94D14E86}" dt="2026-05-10T17:12:40.775" v="767" actId="1076"/>
          <ac:spMkLst>
            <pc:docMk/>
            <pc:sldMk cId="352995041" sldId="261"/>
            <ac:spMk id="2" creationId="{C673318E-1D8C-C8BD-9138-E9AF9B1B6E7A}"/>
          </ac:spMkLst>
        </pc:spChg>
        <pc:spChg chg="mod ord">
          <ac:chgData name="Török Péter" userId="04e8747b-4df8-49ce-bbf4-696a77217e55" providerId="ADAL" clId="{A8F3C087-207E-418D-BAD6-6CDC94D14E86}" dt="2026-05-10T17:34:38.606" v="1213" actId="27636"/>
          <ac:spMkLst>
            <pc:docMk/>
            <pc:sldMk cId="352995041" sldId="261"/>
            <ac:spMk id="3" creationId="{5D10ECD9-8471-8563-0395-E03A241E9B6F}"/>
          </ac:spMkLst>
        </pc:spChg>
        <pc:spChg chg="add del mod">
          <ac:chgData name="Török Péter" userId="04e8747b-4df8-49ce-bbf4-696a77217e55" providerId="ADAL" clId="{A8F3C087-207E-418D-BAD6-6CDC94D14E86}" dt="2026-05-10T17:02:02.928" v="566" actId="478"/>
          <ac:spMkLst>
            <pc:docMk/>
            <pc:sldMk cId="352995041" sldId="261"/>
            <ac:spMk id="4" creationId="{8CFD1B61-27B3-732C-B4FA-1D65177424AF}"/>
          </ac:spMkLst>
        </pc:spChg>
        <pc:spChg chg="add del mod">
          <ac:chgData name="Török Péter" userId="04e8747b-4df8-49ce-bbf4-696a77217e55" providerId="ADAL" clId="{A8F3C087-207E-418D-BAD6-6CDC94D14E86}" dt="2026-05-10T17:05:36.391" v="621" actId="478"/>
          <ac:spMkLst>
            <pc:docMk/>
            <pc:sldMk cId="352995041" sldId="261"/>
            <ac:spMk id="6" creationId="{46B10262-2366-7987-F652-CD8C89F3D4FC}"/>
          </ac:spMkLst>
        </pc:spChg>
        <pc:spChg chg="add mod ord">
          <ac:chgData name="Török Péter" userId="04e8747b-4df8-49ce-bbf4-696a77217e55" providerId="ADAL" clId="{A8F3C087-207E-418D-BAD6-6CDC94D14E86}" dt="2026-05-10T17:04:03.918" v="591" actId="1076"/>
          <ac:spMkLst>
            <pc:docMk/>
            <pc:sldMk cId="352995041" sldId="261"/>
            <ac:spMk id="9" creationId="{37BDF9EF-DC1A-8832-EED7-000366087325}"/>
          </ac:spMkLst>
        </pc:spChg>
        <pc:spChg chg="add del">
          <ac:chgData name="Török Péter" userId="04e8747b-4df8-49ce-bbf4-696a77217e55" providerId="ADAL" clId="{A8F3C087-207E-418D-BAD6-6CDC94D14E86}" dt="2026-05-10T16:40:07.418" v="54" actId="26606"/>
          <ac:spMkLst>
            <pc:docMk/>
            <pc:sldMk cId="352995041" sldId="261"/>
            <ac:spMk id="10" creationId="{0288C6B4-AFC3-407F-A595-EFFD38D4CCAF}"/>
          </ac:spMkLst>
        </pc:spChg>
        <pc:spChg chg="add mod">
          <ac:chgData name="Török Péter" userId="04e8747b-4df8-49ce-bbf4-696a77217e55" providerId="ADAL" clId="{A8F3C087-207E-418D-BAD6-6CDC94D14E86}" dt="2026-05-10T17:13:21.368" v="786" actId="1076"/>
          <ac:spMkLst>
            <pc:docMk/>
            <pc:sldMk cId="352995041" sldId="261"/>
            <ac:spMk id="11" creationId="{4A9BD306-8653-92AF-1F20-C85316554984}"/>
          </ac:spMkLst>
        </pc:spChg>
        <pc:spChg chg="add del">
          <ac:chgData name="Török Péter" userId="04e8747b-4df8-49ce-bbf4-696a77217e55" providerId="ADAL" clId="{A8F3C087-207E-418D-BAD6-6CDC94D14E86}" dt="2026-05-10T16:40:07.418" v="54" actId="26606"/>
          <ac:spMkLst>
            <pc:docMk/>
            <pc:sldMk cId="352995041" sldId="261"/>
            <ac:spMk id="12" creationId="{CF236821-17FE-429B-8D2C-08E13A64EA40}"/>
          </ac:spMkLst>
        </pc:spChg>
        <pc:spChg chg="add del">
          <ac:chgData name="Török Péter" userId="04e8747b-4df8-49ce-bbf4-696a77217e55" providerId="ADAL" clId="{A8F3C087-207E-418D-BAD6-6CDC94D14E86}" dt="2026-05-10T16:40:07.418" v="54" actId="26606"/>
          <ac:spMkLst>
            <pc:docMk/>
            <pc:sldMk cId="352995041" sldId="261"/>
            <ac:spMk id="14" creationId="{C0BDBCD2-E081-43AB-9119-C55465E59757}"/>
          </ac:spMkLst>
        </pc:spChg>
        <pc:spChg chg="add del">
          <ac:chgData name="Török Péter" userId="04e8747b-4df8-49ce-bbf4-696a77217e55" providerId="ADAL" clId="{A8F3C087-207E-418D-BAD6-6CDC94D14E86}" dt="2026-05-10T16:40:07.418" v="54" actId="26606"/>
          <ac:spMkLst>
            <pc:docMk/>
            <pc:sldMk cId="352995041" sldId="261"/>
            <ac:spMk id="16" creationId="{98E79BE4-34FE-485A-98A5-92CE8F7C4743}"/>
          </ac:spMkLst>
        </pc:spChg>
        <pc:spChg chg="add del">
          <ac:chgData name="Török Péter" userId="04e8747b-4df8-49ce-bbf4-696a77217e55" providerId="ADAL" clId="{A8F3C087-207E-418D-BAD6-6CDC94D14E86}" dt="2026-05-10T16:40:07.418" v="54" actId="26606"/>
          <ac:spMkLst>
            <pc:docMk/>
            <pc:sldMk cId="352995041" sldId="261"/>
            <ac:spMk id="18" creationId="{7A5F0580-5EE9-419F-96EE-B6529EF6E7D0}"/>
          </ac:spMkLst>
        </pc:spChg>
        <pc:spChg chg="add del">
          <ac:chgData name="Török Péter" userId="04e8747b-4df8-49ce-bbf4-696a77217e55" providerId="ADAL" clId="{A8F3C087-207E-418D-BAD6-6CDC94D14E86}" dt="2026-05-10T16:41:43.622" v="108" actId="26606"/>
          <ac:spMkLst>
            <pc:docMk/>
            <pc:sldMk cId="352995041" sldId="261"/>
            <ac:spMk id="23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41:43.622" v="108" actId="26606"/>
          <ac:spMkLst>
            <pc:docMk/>
            <pc:sldMk cId="352995041" sldId="261"/>
            <ac:spMk id="25" creationId="{CD8B4F24-440B-49E9-B85D-733523DC064B}"/>
          </ac:spMkLst>
        </pc:spChg>
        <pc:spChg chg="add del">
          <ac:chgData name="Török Péter" userId="04e8747b-4df8-49ce-bbf4-696a77217e55" providerId="ADAL" clId="{A8F3C087-207E-418D-BAD6-6CDC94D14E86}" dt="2026-05-10T16:41:40.948" v="105" actId="26606"/>
          <ac:spMkLst>
            <pc:docMk/>
            <pc:sldMk cId="352995041" sldId="261"/>
            <ac:spMk id="30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41:40.948" v="105" actId="26606"/>
          <ac:spMkLst>
            <pc:docMk/>
            <pc:sldMk cId="352995041" sldId="261"/>
            <ac:spMk id="32" creationId="{CD8B4F24-440B-49E9-B85D-733523DC064B}"/>
          </ac:spMkLst>
        </pc:spChg>
        <pc:spChg chg="add del">
          <ac:chgData name="Török Péter" userId="04e8747b-4df8-49ce-bbf4-696a77217e55" providerId="ADAL" clId="{A8F3C087-207E-418D-BAD6-6CDC94D14E86}" dt="2026-05-10T16:41:43.617" v="107" actId="26606"/>
          <ac:spMkLst>
            <pc:docMk/>
            <pc:sldMk cId="352995041" sldId="261"/>
            <ac:spMk id="34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41:43.617" v="107" actId="26606"/>
          <ac:spMkLst>
            <pc:docMk/>
            <pc:sldMk cId="352995041" sldId="261"/>
            <ac:spMk id="35" creationId="{6357EC4F-235E-4222-A36F-C7878ACE37F2}"/>
          </ac:spMkLst>
        </pc:spChg>
        <pc:spChg chg="add del">
          <ac:chgData name="Török Péter" userId="04e8747b-4df8-49ce-bbf4-696a77217e55" providerId="ADAL" clId="{A8F3C087-207E-418D-BAD6-6CDC94D14E86}" dt="2026-05-10T17:00:40.458" v="545" actId="26606"/>
          <ac:spMkLst>
            <pc:docMk/>
            <pc:sldMk cId="352995041" sldId="261"/>
            <ac:spMk id="37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7:00:40.458" v="545" actId="26606"/>
          <ac:spMkLst>
            <pc:docMk/>
            <pc:sldMk cId="352995041" sldId="261"/>
            <ac:spMk id="38" creationId="{CD8B4F24-440B-49E9-B85D-733523DC064B}"/>
          </ac:spMkLst>
        </pc:spChg>
        <pc:spChg chg="add del">
          <ac:chgData name="Török Péter" userId="04e8747b-4df8-49ce-bbf4-696a77217e55" providerId="ADAL" clId="{A8F3C087-207E-418D-BAD6-6CDC94D14E86}" dt="2026-05-10T17:02:06.338" v="569" actId="26606"/>
          <ac:spMkLst>
            <pc:docMk/>
            <pc:sldMk cId="352995041" sldId="261"/>
            <ac:spMk id="40" creationId="{0288C6B4-AFC3-407F-A595-EFFD38D4CCAF}"/>
          </ac:spMkLst>
        </pc:spChg>
        <pc:spChg chg="add del">
          <ac:chgData name="Török Péter" userId="04e8747b-4df8-49ce-bbf4-696a77217e55" providerId="ADAL" clId="{A8F3C087-207E-418D-BAD6-6CDC94D14E86}" dt="2026-05-10T17:02:06.338" v="569" actId="26606"/>
          <ac:spMkLst>
            <pc:docMk/>
            <pc:sldMk cId="352995041" sldId="261"/>
            <ac:spMk id="41" creationId="{CF236821-17FE-429B-8D2C-08E13A64EA40}"/>
          </ac:spMkLst>
        </pc:spChg>
        <pc:spChg chg="add del">
          <ac:chgData name="Török Péter" userId="04e8747b-4df8-49ce-bbf4-696a77217e55" providerId="ADAL" clId="{A8F3C087-207E-418D-BAD6-6CDC94D14E86}" dt="2026-05-10T17:00:33.281" v="544" actId="26606"/>
          <ac:spMkLst>
            <pc:docMk/>
            <pc:sldMk cId="352995041" sldId="261"/>
            <ac:spMk id="43" creationId="{362810D9-2C5A-477D-949C-C191895477F3}"/>
          </ac:spMkLst>
        </pc:spChg>
        <pc:spChg chg="add del">
          <ac:chgData name="Török Péter" userId="04e8747b-4df8-49ce-bbf4-696a77217e55" providerId="ADAL" clId="{A8F3C087-207E-418D-BAD6-6CDC94D14E86}" dt="2026-05-10T17:00:33.281" v="544" actId="26606"/>
          <ac:spMkLst>
            <pc:docMk/>
            <pc:sldMk cId="352995041" sldId="261"/>
            <ac:spMk id="45" creationId="{081E4A58-353D-44AE-B2FC-2A74E2E400F7}"/>
          </ac:spMkLst>
        </pc:spChg>
        <pc:spChg chg="add del">
          <ac:chgData name="Török Péter" userId="04e8747b-4df8-49ce-bbf4-696a77217e55" providerId="ADAL" clId="{A8F3C087-207E-418D-BAD6-6CDC94D14E86}" dt="2026-05-10T17:02:06.338" v="569" actId="26606"/>
          <ac:spMkLst>
            <pc:docMk/>
            <pc:sldMk cId="352995041" sldId="261"/>
            <ac:spMk id="47" creationId="{C0BDBCD2-E081-43AB-9119-C55465E59757}"/>
          </ac:spMkLst>
        </pc:spChg>
        <pc:spChg chg="add del">
          <ac:chgData name="Török Péter" userId="04e8747b-4df8-49ce-bbf4-696a77217e55" providerId="ADAL" clId="{A8F3C087-207E-418D-BAD6-6CDC94D14E86}" dt="2026-05-10T17:02:06.338" v="569" actId="26606"/>
          <ac:spMkLst>
            <pc:docMk/>
            <pc:sldMk cId="352995041" sldId="261"/>
            <ac:spMk id="49" creationId="{98E79BE4-34FE-485A-98A5-92CE8F7C4743}"/>
          </ac:spMkLst>
        </pc:spChg>
        <pc:spChg chg="add del">
          <ac:chgData name="Török Péter" userId="04e8747b-4df8-49ce-bbf4-696a77217e55" providerId="ADAL" clId="{A8F3C087-207E-418D-BAD6-6CDC94D14E86}" dt="2026-05-10T17:02:06.338" v="569" actId="26606"/>
          <ac:spMkLst>
            <pc:docMk/>
            <pc:sldMk cId="352995041" sldId="261"/>
            <ac:spMk id="51" creationId="{7A5F0580-5EE9-419F-96EE-B6529EF6E7D0}"/>
          </ac:spMkLst>
        </pc:spChg>
        <pc:spChg chg="add del">
          <ac:chgData name="Török Péter" userId="04e8747b-4df8-49ce-bbf4-696a77217e55" providerId="ADAL" clId="{A8F3C087-207E-418D-BAD6-6CDC94D14E86}" dt="2026-05-10T17:02:06.329" v="568" actId="26606"/>
          <ac:spMkLst>
            <pc:docMk/>
            <pc:sldMk cId="352995041" sldId="261"/>
            <ac:spMk id="56" creationId="{0288C6B4-AFC3-407F-A595-EFFD38D4CCAF}"/>
          </ac:spMkLst>
        </pc:spChg>
        <pc:spChg chg="add del">
          <ac:chgData name="Török Péter" userId="04e8747b-4df8-49ce-bbf4-696a77217e55" providerId="ADAL" clId="{A8F3C087-207E-418D-BAD6-6CDC94D14E86}" dt="2026-05-10T17:02:06.329" v="568" actId="26606"/>
          <ac:spMkLst>
            <pc:docMk/>
            <pc:sldMk cId="352995041" sldId="261"/>
            <ac:spMk id="58" creationId="{CF236821-17FE-429B-8D2C-08E13A64EA40}"/>
          </ac:spMkLst>
        </pc:spChg>
        <pc:spChg chg="add del">
          <ac:chgData name="Török Péter" userId="04e8747b-4df8-49ce-bbf4-696a77217e55" providerId="ADAL" clId="{A8F3C087-207E-418D-BAD6-6CDC94D14E86}" dt="2026-05-10T17:02:06.329" v="568" actId="26606"/>
          <ac:spMkLst>
            <pc:docMk/>
            <pc:sldMk cId="352995041" sldId="261"/>
            <ac:spMk id="60" creationId="{C0BDBCD2-E081-43AB-9119-C55465E59757}"/>
          </ac:spMkLst>
        </pc:spChg>
        <pc:spChg chg="add del">
          <ac:chgData name="Török Péter" userId="04e8747b-4df8-49ce-bbf4-696a77217e55" providerId="ADAL" clId="{A8F3C087-207E-418D-BAD6-6CDC94D14E86}" dt="2026-05-10T17:02:06.329" v="568" actId="26606"/>
          <ac:spMkLst>
            <pc:docMk/>
            <pc:sldMk cId="352995041" sldId="261"/>
            <ac:spMk id="62" creationId="{98E79BE4-34FE-485A-98A5-92CE8F7C4743}"/>
          </ac:spMkLst>
        </pc:spChg>
        <pc:spChg chg="add del">
          <ac:chgData name="Török Péter" userId="04e8747b-4df8-49ce-bbf4-696a77217e55" providerId="ADAL" clId="{A8F3C087-207E-418D-BAD6-6CDC94D14E86}" dt="2026-05-10T17:02:06.329" v="568" actId="26606"/>
          <ac:spMkLst>
            <pc:docMk/>
            <pc:sldMk cId="352995041" sldId="261"/>
            <ac:spMk id="64" creationId="{7A5F0580-5EE9-419F-96EE-B6529EF6E7D0}"/>
          </ac:spMkLst>
        </pc:spChg>
        <pc:spChg chg="add">
          <ac:chgData name="Török Péter" userId="04e8747b-4df8-49ce-bbf4-696a77217e55" providerId="ADAL" clId="{A8F3C087-207E-418D-BAD6-6CDC94D14E86}" dt="2026-05-10T17:02:06.338" v="569" actId="26606"/>
          <ac:spMkLst>
            <pc:docMk/>
            <pc:sldMk cId="352995041" sldId="261"/>
            <ac:spMk id="66" creationId="{2B97F24A-32CE-4C1C-A50D-3016B394DCFB}"/>
          </ac:spMkLst>
        </pc:spChg>
        <pc:spChg chg="add">
          <ac:chgData name="Török Péter" userId="04e8747b-4df8-49ce-bbf4-696a77217e55" providerId="ADAL" clId="{A8F3C087-207E-418D-BAD6-6CDC94D14E86}" dt="2026-05-10T17:02:06.338" v="569" actId="26606"/>
          <ac:spMkLst>
            <pc:docMk/>
            <pc:sldMk cId="352995041" sldId="261"/>
            <ac:spMk id="67" creationId="{CD8B4F24-440B-49E9-B85D-733523DC064B}"/>
          </ac:spMkLst>
        </pc:spChg>
        <pc:picChg chg="mod ord">
          <ac:chgData name="Török Péter" userId="04e8747b-4df8-49ce-bbf4-696a77217e55" providerId="ADAL" clId="{A8F3C087-207E-418D-BAD6-6CDC94D14E86}" dt="2026-05-10T17:05:42.377" v="622" actId="166"/>
          <ac:picMkLst>
            <pc:docMk/>
            <pc:sldMk cId="352995041" sldId="261"/>
            <ac:picMk id="5" creationId="{9E1C7FD7-4E2D-1FB3-17E2-90FD6E17DF06}"/>
          </ac:picMkLst>
        </pc:picChg>
        <pc:picChg chg="add mod">
          <ac:chgData name="Török Péter" userId="04e8747b-4df8-49ce-bbf4-696a77217e55" providerId="ADAL" clId="{A8F3C087-207E-418D-BAD6-6CDC94D14E86}" dt="2026-05-10T17:12:45.462" v="778" actId="1035"/>
          <ac:picMkLst>
            <pc:docMk/>
            <pc:sldMk cId="352995041" sldId="261"/>
            <ac:picMk id="8" creationId="{819D8529-EE68-78F0-A99B-1F4CB57D1AFC}"/>
          </ac:picMkLst>
        </pc:picChg>
      </pc:sldChg>
      <pc:sldChg chg="addSp modSp mod setBg">
        <pc:chgData name="Török Péter" userId="04e8747b-4df8-49ce-bbf4-696a77217e55" providerId="ADAL" clId="{A8F3C087-207E-418D-BAD6-6CDC94D14E86}" dt="2026-05-10T17:49:47.812" v="1535" actId="1076"/>
        <pc:sldMkLst>
          <pc:docMk/>
          <pc:sldMk cId="1978605165" sldId="262"/>
        </pc:sldMkLst>
        <pc:spChg chg="mod">
          <ac:chgData name="Török Péter" userId="04e8747b-4df8-49ce-bbf4-696a77217e55" providerId="ADAL" clId="{A8F3C087-207E-418D-BAD6-6CDC94D14E86}" dt="2026-05-10T17:08:38.211" v="670" actId="27636"/>
          <ac:spMkLst>
            <pc:docMk/>
            <pc:sldMk cId="1978605165" sldId="262"/>
            <ac:spMk id="2" creationId="{C4ACB193-2998-049C-45AC-F0758CDF684B}"/>
          </ac:spMkLst>
        </pc:spChg>
        <pc:spChg chg="mod ord">
          <ac:chgData name="Török Péter" userId="04e8747b-4df8-49ce-bbf4-696a77217e55" providerId="ADAL" clId="{A8F3C087-207E-418D-BAD6-6CDC94D14E86}" dt="2026-05-10T17:49:33.274" v="1526" actId="20577"/>
          <ac:spMkLst>
            <pc:docMk/>
            <pc:sldMk cId="1978605165" sldId="262"/>
            <ac:spMk id="3" creationId="{454420CD-13D7-967E-C53D-89B7D6690CCD}"/>
          </ac:spMkLst>
        </pc:spChg>
        <pc:spChg chg="add mod">
          <ac:chgData name="Török Péter" userId="04e8747b-4df8-49ce-bbf4-696a77217e55" providerId="ADAL" clId="{A8F3C087-207E-418D-BAD6-6CDC94D14E86}" dt="2026-05-10T17:09:06.050" v="675" actId="208"/>
          <ac:spMkLst>
            <pc:docMk/>
            <pc:sldMk cId="1978605165" sldId="262"/>
            <ac:spMk id="9" creationId="{63A4B946-47E8-48F1-8999-A826659314C8}"/>
          </ac:spMkLst>
        </pc:spChg>
        <pc:spChg chg="add">
          <ac:chgData name="Török Péter" userId="04e8747b-4df8-49ce-bbf4-696a77217e55" providerId="ADAL" clId="{A8F3C087-207E-418D-BAD6-6CDC94D14E86}" dt="2026-05-10T17:08:29.836" v="668" actId="26606"/>
          <ac:spMkLst>
            <pc:docMk/>
            <pc:sldMk cId="1978605165" sldId="262"/>
            <ac:spMk id="10" creationId="{2B97F24A-32CE-4C1C-A50D-3016B394DCFB}"/>
          </ac:spMkLst>
        </pc:spChg>
        <pc:spChg chg="add mod">
          <ac:chgData name="Török Péter" userId="04e8747b-4df8-49ce-bbf4-696a77217e55" providerId="ADAL" clId="{A8F3C087-207E-418D-BAD6-6CDC94D14E86}" dt="2026-05-10T17:49:47.812" v="1535" actId="1076"/>
          <ac:spMkLst>
            <pc:docMk/>
            <pc:sldMk cId="1978605165" sldId="262"/>
            <ac:spMk id="11" creationId="{10CDD12C-0C5B-A44A-E5AA-1868545D9BF6}"/>
          </ac:spMkLst>
        </pc:spChg>
        <pc:spChg chg="add">
          <ac:chgData name="Török Péter" userId="04e8747b-4df8-49ce-bbf4-696a77217e55" providerId="ADAL" clId="{A8F3C087-207E-418D-BAD6-6CDC94D14E86}" dt="2026-05-10T17:08:29.836" v="668" actId="26606"/>
          <ac:spMkLst>
            <pc:docMk/>
            <pc:sldMk cId="1978605165" sldId="262"/>
            <ac:spMk id="12" creationId="{CD8B4F24-440B-49E9-B85D-733523DC064B}"/>
          </ac:spMkLst>
        </pc:spChg>
        <pc:graphicFrameChg chg="add mod">
          <ac:chgData name="Török Péter" userId="04e8747b-4df8-49ce-bbf4-696a77217e55" providerId="ADAL" clId="{A8F3C087-207E-418D-BAD6-6CDC94D14E86}" dt="2026-05-10T17:07:19.161" v="644"/>
          <ac:graphicFrameMkLst>
            <pc:docMk/>
            <pc:sldMk cId="1978605165" sldId="262"/>
            <ac:graphicFrameMk id="4" creationId="{FE7FAF22-5FBE-6FED-BCC9-E77FF8200407}"/>
          </ac:graphicFrameMkLst>
        </pc:graphicFrameChg>
        <pc:graphicFrameChg chg="add mod">
          <ac:chgData name="Török Péter" userId="04e8747b-4df8-49ce-bbf4-696a77217e55" providerId="ADAL" clId="{A8F3C087-207E-418D-BAD6-6CDC94D14E86}" dt="2026-05-10T17:07:24.018" v="646"/>
          <ac:graphicFrameMkLst>
            <pc:docMk/>
            <pc:sldMk cId="1978605165" sldId="262"/>
            <ac:graphicFrameMk id="6" creationId="{C5986944-7733-0F86-3D5C-47008BC4491E}"/>
          </ac:graphicFrameMkLst>
        </pc:graphicFrameChg>
        <pc:picChg chg="mod">
          <ac:chgData name="Török Péter" userId="04e8747b-4df8-49ce-bbf4-696a77217e55" providerId="ADAL" clId="{A8F3C087-207E-418D-BAD6-6CDC94D14E86}" dt="2026-05-10T17:28:58.384" v="1089" actId="1076"/>
          <ac:picMkLst>
            <pc:docMk/>
            <pc:sldMk cId="1978605165" sldId="262"/>
            <ac:picMk id="5" creationId="{C9EE8329-6974-264A-F95F-453E7641D61F}"/>
          </ac:picMkLst>
        </pc:picChg>
        <pc:picChg chg="add mod">
          <ac:chgData name="Török Péter" userId="04e8747b-4df8-49ce-bbf4-696a77217e55" providerId="ADAL" clId="{A8F3C087-207E-418D-BAD6-6CDC94D14E86}" dt="2026-05-10T17:08:57.118" v="672" actId="1076"/>
          <ac:picMkLst>
            <pc:docMk/>
            <pc:sldMk cId="1978605165" sldId="262"/>
            <ac:picMk id="8" creationId="{174BE721-4490-026A-A45A-B582AE6BDC26}"/>
          </ac:picMkLst>
        </pc:picChg>
      </pc:sldChg>
      <pc:sldChg chg="addSp modSp mod setBg">
        <pc:chgData name="Török Péter" userId="04e8747b-4df8-49ce-bbf4-696a77217e55" providerId="ADAL" clId="{A8F3C087-207E-418D-BAD6-6CDC94D14E86}" dt="2026-05-10T17:50:52.510" v="1563" actId="1076"/>
        <pc:sldMkLst>
          <pc:docMk/>
          <pc:sldMk cId="2541266625" sldId="263"/>
        </pc:sldMkLst>
        <pc:spChg chg="mod">
          <ac:chgData name="Török Péter" userId="04e8747b-4df8-49ce-bbf4-696a77217e55" providerId="ADAL" clId="{A8F3C087-207E-418D-BAD6-6CDC94D14E86}" dt="2026-05-10T17:32:37.685" v="1149" actId="26606"/>
          <ac:spMkLst>
            <pc:docMk/>
            <pc:sldMk cId="2541266625" sldId="263"/>
            <ac:spMk id="2" creationId="{766CFCCF-7F6F-CF8E-8EFC-8BAED840E8DB}"/>
          </ac:spMkLst>
        </pc:spChg>
        <pc:spChg chg="mod">
          <ac:chgData name="Török Péter" userId="04e8747b-4df8-49ce-bbf4-696a77217e55" providerId="ADAL" clId="{A8F3C087-207E-418D-BAD6-6CDC94D14E86}" dt="2026-05-10T17:35:07.639" v="1223" actId="12"/>
          <ac:spMkLst>
            <pc:docMk/>
            <pc:sldMk cId="2541266625" sldId="263"/>
            <ac:spMk id="3" creationId="{3236D679-2D25-05DC-284D-288849E451C5}"/>
          </ac:spMkLst>
        </pc:spChg>
        <pc:spChg chg="add mod">
          <ac:chgData name="Török Péter" userId="04e8747b-4df8-49ce-bbf4-696a77217e55" providerId="ADAL" clId="{A8F3C087-207E-418D-BAD6-6CDC94D14E86}" dt="2026-05-10T17:50:52.510" v="1563" actId="1076"/>
          <ac:spMkLst>
            <pc:docMk/>
            <pc:sldMk cId="2541266625" sldId="263"/>
            <ac:spMk id="4" creationId="{85F5E008-F5C2-7AC9-FFBE-6E28B37B09AE}"/>
          </ac:spMkLst>
        </pc:spChg>
        <pc:spChg chg="add">
          <ac:chgData name="Török Péter" userId="04e8747b-4df8-49ce-bbf4-696a77217e55" providerId="ADAL" clId="{A8F3C087-207E-418D-BAD6-6CDC94D14E86}" dt="2026-05-10T17:32:37.685" v="1149" actId="26606"/>
          <ac:spMkLst>
            <pc:docMk/>
            <pc:sldMk cId="2541266625" sldId="263"/>
            <ac:spMk id="10" creationId="{2B97F24A-32CE-4C1C-A50D-3016B394DCFB}"/>
          </ac:spMkLst>
        </pc:spChg>
        <pc:spChg chg="add">
          <ac:chgData name="Török Péter" userId="04e8747b-4df8-49ce-bbf4-696a77217e55" providerId="ADAL" clId="{A8F3C087-207E-418D-BAD6-6CDC94D14E86}" dt="2026-05-10T17:32:37.685" v="1149" actId="26606"/>
          <ac:spMkLst>
            <pc:docMk/>
            <pc:sldMk cId="2541266625" sldId="263"/>
            <ac:spMk id="12" creationId="{CD8B4F24-440B-49E9-B85D-733523DC064B}"/>
          </ac:spMkLst>
        </pc:spChg>
        <pc:picChg chg="mod">
          <ac:chgData name="Török Péter" userId="04e8747b-4df8-49ce-bbf4-696a77217e55" providerId="ADAL" clId="{A8F3C087-207E-418D-BAD6-6CDC94D14E86}" dt="2026-05-10T17:32:37.685" v="1149" actId="26606"/>
          <ac:picMkLst>
            <pc:docMk/>
            <pc:sldMk cId="2541266625" sldId="263"/>
            <ac:picMk id="5" creationId="{CA8DFEE7-58C6-5854-BEB8-0A1502A2FF4F}"/>
          </ac:picMkLst>
        </pc:picChg>
      </pc:sldChg>
      <pc:sldChg chg="del">
        <pc:chgData name="Török Péter" userId="04e8747b-4df8-49ce-bbf4-696a77217e55" providerId="ADAL" clId="{A8F3C087-207E-418D-BAD6-6CDC94D14E86}" dt="2026-05-10T16:22:53.311" v="3" actId="47"/>
        <pc:sldMkLst>
          <pc:docMk/>
          <pc:sldMk cId="2973399382" sldId="264"/>
        </pc:sldMkLst>
      </pc:sldChg>
      <pc:sldChg chg="del">
        <pc:chgData name="Török Péter" userId="04e8747b-4df8-49ce-bbf4-696a77217e55" providerId="ADAL" clId="{A8F3C087-207E-418D-BAD6-6CDC94D14E86}" dt="2026-05-10T16:22:48.943" v="0" actId="47"/>
        <pc:sldMkLst>
          <pc:docMk/>
          <pc:sldMk cId="3600829445" sldId="268"/>
        </pc:sldMkLst>
      </pc:sldChg>
      <pc:sldChg chg="del">
        <pc:chgData name="Török Péter" userId="04e8747b-4df8-49ce-bbf4-696a77217e55" providerId="ADAL" clId="{A8F3C087-207E-418D-BAD6-6CDC94D14E86}" dt="2026-05-10T16:22:50.266" v="1" actId="47"/>
        <pc:sldMkLst>
          <pc:docMk/>
          <pc:sldMk cId="3879139862" sldId="269"/>
        </pc:sldMkLst>
      </pc:sldChg>
      <pc:sldChg chg="del">
        <pc:chgData name="Török Péter" userId="04e8747b-4df8-49ce-bbf4-696a77217e55" providerId="ADAL" clId="{A8F3C087-207E-418D-BAD6-6CDC94D14E86}" dt="2026-05-10T16:22:51.647" v="2" actId="47"/>
        <pc:sldMkLst>
          <pc:docMk/>
          <pc:sldMk cId="2930624117" sldId="270"/>
        </pc:sldMkLst>
      </pc:sldChg>
      <pc:sldChg chg="addSp delSp modSp mod setBg addAnim delAnim">
        <pc:chgData name="Török Péter" userId="04e8747b-4df8-49ce-bbf4-696a77217e55" providerId="ADAL" clId="{A8F3C087-207E-418D-BAD6-6CDC94D14E86}" dt="2026-05-10T17:14:18.655" v="790" actId="26606"/>
        <pc:sldMkLst>
          <pc:docMk/>
          <pc:sldMk cId="3389349017" sldId="271"/>
        </pc:sldMkLst>
        <pc:spChg chg="mod">
          <ac:chgData name="Török Péter" userId="04e8747b-4df8-49ce-bbf4-696a77217e55" providerId="ADAL" clId="{A8F3C087-207E-418D-BAD6-6CDC94D14E86}" dt="2026-05-10T17:14:18.655" v="790" actId="26606"/>
          <ac:spMkLst>
            <pc:docMk/>
            <pc:sldMk cId="3389349017" sldId="271"/>
            <ac:spMk id="2" creationId="{B09864F3-1829-1E5B-442C-A89BFE03470B}"/>
          </ac:spMkLst>
        </pc:spChg>
        <pc:spChg chg="del">
          <ac:chgData name="Török Péter" userId="04e8747b-4df8-49ce-bbf4-696a77217e55" providerId="ADAL" clId="{A8F3C087-207E-418D-BAD6-6CDC94D14E86}" dt="2026-05-10T16:22:56.743" v="4" actId="478"/>
          <ac:spMkLst>
            <pc:docMk/>
            <pc:sldMk cId="3389349017" sldId="271"/>
            <ac:spMk id="3" creationId="{AB39B14F-56BF-EEBF-1781-8B515E34A7A9}"/>
          </ac:spMkLst>
        </pc:spChg>
        <pc:spChg chg="add del">
          <ac:chgData name="Török Péter" userId="04e8747b-4df8-49ce-bbf4-696a77217e55" providerId="ADAL" clId="{A8F3C087-207E-418D-BAD6-6CDC94D14E86}" dt="2026-05-10T17:14:18.647" v="789" actId="26606"/>
          <ac:spMkLst>
            <pc:docMk/>
            <pc:sldMk cId="3389349017" sldId="271"/>
            <ac:spMk id="7" creationId="{943CAA20-3569-4189-9E48-239A229A86CA}"/>
          </ac:spMkLst>
        </pc:spChg>
        <pc:spChg chg="add del">
          <ac:chgData name="Török Péter" userId="04e8747b-4df8-49ce-bbf4-696a77217e55" providerId="ADAL" clId="{A8F3C087-207E-418D-BAD6-6CDC94D14E86}" dt="2026-05-10T17:14:18.647" v="789" actId="26606"/>
          <ac:spMkLst>
            <pc:docMk/>
            <pc:sldMk cId="3389349017" sldId="271"/>
            <ac:spMk id="9" creationId="{DA542B6D-E775-4832-91DC-2D20F857813A}"/>
          </ac:spMkLst>
        </pc:spChg>
        <pc:spChg chg="add">
          <ac:chgData name="Török Péter" userId="04e8747b-4df8-49ce-bbf4-696a77217e55" providerId="ADAL" clId="{A8F3C087-207E-418D-BAD6-6CDC94D14E86}" dt="2026-05-10T17:14:18.655" v="790" actId="26606"/>
          <ac:spMkLst>
            <pc:docMk/>
            <pc:sldMk cId="3389349017" sldId="271"/>
            <ac:spMk id="11" creationId="{C7F28D52-2A5F-4D23-81AE-7CB8B591C7AF}"/>
          </ac:spMkLst>
        </pc:spChg>
        <pc:spChg chg="add">
          <ac:chgData name="Török Péter" userId="04e8747b-4df8-49ce-bbf4-696a77217e55" providerId="ADAL" clId="{A8F3C087-207E-418D-BAD6-6CDC94D14E86}" dt="2026-05-10T17:14:18.655" v="790" actId="26606"/>
          <ac:spMkLst>
            <pc:docMk/>
            <pc:sldMk cId="3389349017" sldId="271"/>
            <ac:spMk id="12" creationId="{FFD48BC7-DC40-47DE-87EE-9F4B6ECB9ABB}"/>
          </ac:spMkLst>
        </pc:spChg>
        <pc:spChg chg="add">
          <ac:chgData name="Török Péter" userId="04e8747b-4df8-49ce-bbf4-696a77217e55" providerId="ADAL" clId="{A8F3C087-207E-418D-BAD6-6CDC94D14E86}" dt="2026-05-10T17:14:18.655" v="790" actId="26606"/>
          <ac:spMkLst>
            <pc:docMk/>
            <pc:sldMk cId="3389349017" sldId="271"/>
            <ac:spMk id="13" creationId="{3629484E-3792-4B3D-89AD-7C8A1ED0E0D4}"/>
          </ac:spMkLst>
        </pc:spChg>
        <pc:spChg chg="add">
          <ac:chgData name="Török Péter" userId="04e8747b-4df8-49ce-bbf4-696a77217e55" providerId="ADAL" clId="{A8F3C087-207E-418D-BAD6-6CDC94D14E86}" dt="2026-05-10T17:14:18.655" v="790" actId="26606"/>
          <ac:spMkLst>
            <pc:docMk/>
            <pc:sldMk cId="3389349017" sldId="271"/>
            <ac:spMk id="14" creationId="{E502BBC7-2C76-46F3-BC24-5985BC13DB88}"/>
          </ac:spMkLst>
        </pc:spChg>
      </pc:sldChg>
      <pc:sldChg chg="addSp delSp modSp add mod ord setBg addAnim delAnim modAnim">
        <pc:chgData name="Török Péter" userId="04e8747b-4df8-49ce-bbf4-696a77217e55" providerId="ADAL" clId="{A8F3C087-207E-418D-BAD6-6CDC94D14E86}" dt="2026-05-10T17:48:54.048" v="1525" actId="20577"/>
        <pc:sldMkLst>
          <pc:docMk/>
          <pc:sldMk cId="2694572368" sldId="272"/>
        </pc:sldMkLst>
        <pc:spChg chg="mod">
          <ac:chgData name="Török Péter" userId="04e8747b-4df8-49ce-bbf4-696a77217e55" providerId="ADAL" clId="{A8F3C087-207E-418D-BAD6-6CDC94D14E86}" dt="2026-05-10T17:48:38.451" v="1516" actId="26606"/>
          <ac:spMkLst>
            <pc:docMk/>
            <pc:sldMk cId="2694572368" sldId="272"/>
            <ac:spMk id="2" creationId="{E5AE2172-5C6D-6277-7E7D-3636ACB60497}"/>
          </ac:spMkLst>
        </pc:spChg>
        <pc:spChg chg="add del mod">
          <ac:chgData name="Török Péter" userId="04e8747b-4df8-49ce-bbf4-696a77217e55" providerId="ADAL" clId="{A8F3C087-207E-418D-BAD6-6CDC94D14E86}" dt="2026-05-10T17:27:59.109" v="1077" actId="26606"/>
          <ac:spMkLst>
            <pc:docMk/>
            <pc:sldMk cId="2694572368" sldId="272"/>
            <ac:spMk id="3" creationId="{0BFEB1A4-A6DB-4E82-389B-C32E7C8EB5C2}"/>
          </ac:spMkLst>
        </pc:spChg>
        <pc:spChg chg="add del">
          <ac:chgData name="Török Péter" userId="04e8747b-4df8-49ce-bbf4-696a77217e55" providerId="ADAL" clId="{A8F3C087-207E-418D-BAD6-6CDC94D14E86}" dt="2026-05-10T16:58:00.063" v="501" actId="26606"/>
          <ac:spMkLst>
            <pc:docMk/>
            <pc:sldMk cId="2694572368" sldId="272"/>
            <ac:spMk id="7" creationId="{DA9C8D46-54D8-4DF1-99A2-E651C7B132F4}"/>
          </ac:spMkLst>
        </pc:spChg>
        <pc:spChg chg="add del">
          <ac:chgData name="Török Péter" userId="04e8747b-4df8-49ce-bbf4-696a77217e55" providerId="ADAL" clId="{A8F3C087-207E-418D-BAD6-6CDC94D14E86}" dt="2026-05-10T16:58:00.063" v="501" actId="26606"/>
          <ac:spMkLst>
            <pc:docMk/>
            <pc:sldMk cId="2694572368" sldId="272"/>
            <ac:spMk id="9" creationId="{9715DAF0-AE1B-46C9-8A6B-DB2AA05AB91D}"/>
          </ac:spMkLst>
        </pc:spChg>
        <pc:spChg chg="add del">
          <ac:chgData name="Török Péter" userId="04e8747b-4df8-49ce-bbf4-696a77217e55" providerId="ADAL" clId="{A8F3C087-207E-418D-BAD6-6CDC94D14E86}" dt="2026-05-10T16:58:00.063" v="501" actId="26606"/>
          <ac:spMkLst>
            <pc:docMk/>
            <pc:sldMk cId="2694572368" sldId="272"/>
            <ac:spMk id="11" creationId="{DE12BF4D-F47A-41C1-85FC-652E412D3B47}"/>
          </ac:spMkLst>
        </pc:spChg>
        <pc:spChg chg="add del">
          <ac:chgData name="Török Péter" userId="04e8747b-4df8-49ce-bbf4-696a77217e55" providerId="ADAL" clId="{A8F3C087-207E-418D-BAD6-6CDC94D14E86}" dt="2026-05-10T16:58:00.063" v="501" actId="26606"/>
          <ac:spMkLst>
            <pc:docMk/>
            <pc:sldMk cId="2694572368" sldId="272"/>
            <ac:spMk id="13" creationId="{AAF055B3-1F95-4ABA-BFE4-A58320A8206E}"/>
          </ac:spMkLst>
        </pc:spChg>
        <pc:spChg chg="add del">
          <ac:chgData name="Török Péter" userId="04e8747b-4df8-49ce-bbf4-696a77217e55" providerId="ADAL" clId="{A8F3C087-207E-418D-BAD6-6CDC94D14E86}" dt="2026-05-10T16:58:00.063" v="501" actId="26606"/>
          <ac:spMkLst>
            <pc:docMk/>
            <pc:sldMk cId="2694572368" sldId="272"/>
            <ac:spMk id="15" creationId="{65FBF53F-BBBA-4974-AD72-0E8CD294E50F}"/>
          </ac:spMkLst>
        </pc:spChg>
        <pc:spChg chg="add del">
          <ac:chgData name="Török Péter" userId="04e8747b-4df8-49ce-bbf4-696a77217e55" providerId="ADAL" clId="{A8F3C087-207E-418D-BAD6-6CDC94D14E86}" dt="2026-05-10T16:58:00.063" v="501" actId="26606"/>
          <ac:spMkLst>
            <pc:docMk/>
            <pc:sldMk cId="2694572368" sldId="272"/>
            <ac:spMk id="17" creationId="{5A2875D7-3769-4291-959E-9FAD764A760C}"/>
          </ac:spMkLst>
        </pc:spChg>
        <pc:spChg chg="add del">
          <ac:chgData name="Török Péter" userId="04e8747b-4df8-49ce-bbf4-696a77217e55" providerId="ADAL" clId="{A8F3C087-207E-418D-BAD6-6CDC94D14E86}" dt="2026-05-10T16:58:00.053" v="500" actId="26606"/>
          <ac:spMkLst>
            <pc:docMk/>
            <pc:sldMk cId="2694572368" sldId="272"/>
            <ac:spMk id="22" creationId="{943CAA20-3569-4189-9E48-239A229A86CA}"/>
          </ac:spMkLst>
        </pc:spChg>
        <pc:spChg chg="add del">
          <ac:chgData name="Török Péter" userId="04e8747b-4df8-49ce-bbf4-696a77217e55" providerId="ADAL" clId="{A8F3C087-207E-418D-BAD6-6CDC94D14E86}" dt="2026-05-10T16:58:00.053" v="500" actId="26606"/>
          <ac:spMkLst>
            <pc:docMk/>
            <pc:sldMk cId="2694572368" sldId="272"/>
            <ac:spMk id="24" creationId="{DA542B6D-E775-4832-91DC-2D20F857813A}"/>
          </ac:spMkLst>
        </pc:spChg>
        <pc:spChg chg="add del">
          <ac:chgData name="Török Péter" userId="04e8747b-4df8-49ce-bbf4-696a77217e55" providerId="ADAL" clId="{A8F3C087-207E-418D-BAD6-6CDC94D14E86}" dt="2026-05-10T17:27:59.109" v="1077" actId="26606"/>
          <ac:spMkLst>
            <pc:docMk/>
            <pc:sldMk cId="2694572368" sldId="272"/>
            <ac:spMk id="26" creationId="{2A39B854-4B6C-4F7F-A602-6F97770CED70}"/>
          </ac:spMkLst>
        </pc:spChg>
        <pc:spChg chg="add del">
          <ac:chgData name="Török Péter" userId="04e8747b-4df8-49ce-bbf4-696a77217e55" providerId="ADAL" clId="{A8F3C087-207E-418D-BAD6-6CDC94D14E86}" dt="2026-05-10T17:27:59.109" v="1077" actId="26606"/>
          <ac:spMkLst>
            <pc:docMk/>
            <pc:sldMk cId="2694572368" sldId="272"/>
            <ac:spMk id="27" creationId="{4D24BFD5-D814-402B-B6C4-EEF6AE14B0F2}"/>
          </ac:spMkLst>
        </pc:spChg>
        <pc:spChg chg="add del">
          <ac:chgData name="Török Péter" userId="04e8747b-4df8-49ce-bbf4-696a77217e55" providerId="ADAL" clId="{A8F3C087-207E-418D-BAD6-6CDC94D14E86}" dt="2026-05-10T17:27:59.109" v="1077" actId="26606"/>
          <ac:spMkLst>
            <pc:docMk/>
            <pc:sldMk cId="2694572368" sldId="272"/>
            <ac:spMk id="28" creationId="{36FED7E8-9A97-475F-9FA4-113410D4433B}"/>
          </ac:spMkLst>
        </pc:spChg>
        <pc:spChg chg="add del">
          <ac:chgData name="Török Péter" userId="04e8747b-4df8-49ce-bbf4-696a77217e55" providerId="ADAL" clId="{A8F3C087-207E-418D-BAD6-6CDC94D14E86}" dt="2026-05-10T17:48:38.451" v="1516" actId="26606"/>
          <ac:spMkLst>
            <pc:docMk/>
            <pc:sldMk cId="2694572368" sldId="272"/>
            <ac:spMk id="34" creationId="{2659FDB4-FCBE-4A89-B46D-43D4FA54464D}"/>
          </ac:spMkLst>
        </pc:spChg>
        <pc:spChg chg="add">
          <ac:chgData name="Török Péter" userId="04e8747b-4df8-49ce-bbf4-696a77217e55" providerId="ADAL" clId="{A8F3C087-207E-418D-BAD6-6CDC94D14E86}" dt="2026-05-10T17:48:38.451" v="1516" actId="26606"/>
          <ac:spMkLst>
            <pc:docMk/>
            <pc:sldMk cId="2694572368" sldId="272"/>
            <ac:spMk id="41" creationId="{BACC6370-2D7E-4714-9D71-7542949D7D5D}"/>
          </ac:spMkLst>
        </pc:spChg>
        <pc:spChg chg="add">
          <ac:chgData name="Török Péter" userId="04e8747b-4df8-49ce-bbf4-696a77217e55" providerId="ADAL" clId="{A8F3C087-207E-418D-BAD6-6CDC94D14E86}" dt="2026-05-10T17:48:38.451" v="1516" actId="26606"/>
          <ac:spMkLst>
            <pc:docMk/>
            <pc:sldMk cId="2694572368" sldId="272"/>
            <ac:spMk id="43" creationId="{F68B3F68-107C-434F-AA38-110D5EA91B85}"/>
          </ac:spMkLst>
        </pc:spChg>
        <pc:spChg chg="add">
          <ac:chgData name="Török Péter" userId="04e8747b-4df8-49ce-bbf4-696a77217e55" providerId="ADAL" clId="{A8F3C087-207E-418D-BAD6-6CDC94D14E86}" dt="2026-05-10T17:48:38.451" v="1516" actId="26606"/>
          <ac:spMkLst>
            <pc:docMk/>
            <pc:sldMk cId="2694572368" sldId="272"/>
            <ac:spMk id="45" creationId="{AAD0DBB9-1A4B-4391-81D4-CB19F9AB918A}"/>
          </ac:spMkLst>
        </pc:spChg>
        <pc:spChg chg="add">
          <ac:chgData name="Török Péter" userId="04e8747b-4df8-49ce-bbf4-696a77217e55" providerId="ADAL" clId="{A8F3C087-207E-418D-BAD6-6CDC94D14E86}" dt="2026-05-10T17:48:38.451" v="1516" actId="26606"/>
          <ac:spMkLst>
            <pc:docMk/>
            <pc:sldMk cId="2694572368" sldId="272"/>
            <ac:spMk id="47" creationId="{063BBA22-50EA-4C4D-BE05-F1CE4E63AA56}"/>
          </ac:spMkLst>
        </pc:spChg>
        <pc:graphicFrameChg chg="add mod modGraphic">
          <ac:chgData name="Török Péter" userId="04e8747b-4df8-49ce-bbf4-696a77217e55" providerId="ADAL" clId="{A8F3C087-207E-418D-BAD6-6CDC94D14E86}" dt="2026-05-10T17:48:54.048" v="1525" actId="20577"/>
          <ac:graphicFrameMkLst>
            <pc:docMk/>
            <pc:sldMk cId="2694572368" sldId="272"/>
            <ac:graphicFrameMk id="30" creationId="{B171697B-1D23-4975-2DD6-90447CA78592}"/>
          </ac:graphicFrameMkLst>
        </pc:graphicFrameChg>
        <pc:cxnChg chg="add del">
          <ac:chgData name="Török Péter" userId="04e8747b-4df8-49ce-bbf4-696a77217e55" providerId="ADAL" clId="{A8F3C087-207E-418D-BAD6-6CDC94D14E86}" dt="2026-05-10T17:48:38.451" v="1516" actId="26606"/>
          <ac:cxnSpMkLst>
            <pc:docMk/>
            <pc:sldMk cId="2694572368" sldId="272"/>
            <ac:cxnSpMk id="36" creationId="{C8F51B3F-8331-4E4A-AE96-D47B1006EEAD}"/>
          </ac:cxnSpMkLst>
        </pc:cxnChg>
      </pc:sldChg>
      <pc:sldChg chg="addSp delSp modSp new mod setBg">
        <pc:chgData name="Török Péter" userId="04e8747b-4df8-49ce-bbf4-696a77217e55" providerId="ADAL" clId="{A8F3C087-207E-418D-BAD6-6CDC94D14E86}" dt="2026-05-10T17:57:13.987" v="1575" actId="1076"/>
        <pc:sldMkLst>
          <pc:docMk/>
          <pc:sldMk cId="864413785" sldId="273"/>
        </pc:sldMkLst>
        <pc:spChg chg="del">
          <ac:chgData name="Török Péter" userId="04e8747b-4df8-49ce-bbf4-696a77217e55" providerId="ADAL" clId="{A8F3C087-207E-418D-BAD6-6CDC94D14E86}" dt="2026-05-10T16:48:25.731" v="245" actId="478"/>
          <ac:spMkLst>
            <pc:docMk/>
            <pc:sldMk cId="864413785" sldId="273"/>
            <ac:spMk id="2" creationId="{B6231CA2-2162-F94E-E83F-C24C18F57693}"/>
          </ac:spMkLst>
        </pc:spChg>
        <pc:spChg chg="del">
          <ac:chgData name="Török Péter" userId="04e8747b-4df8-49ce-bbf4-696a77217e55" providerId="ADAL" clId="{A8F3C087-207E-418D-BAD6-6CDC94D14E86}" dt="2026-05-10T16:48:25.731" v="245" actId="478"/>
          <ac:spMkLst>
            <pc:docMk/>
            <pc:sldMk cId="864413785" sldId="273"/>
            <ac:spMk id="3" creationId="{12E4182B-726A-305F-0FB1-090432D7908F}"/>
          </ac:spMkLst>
        </pc:spChg>
        <pc:spChg chg="add mod">
          <ac:chgData name="Török Péter" userId="04e8747b-4df8-49ce-bbf4-696a77217e55" providerId="ADAL" clId="{A8F3C087-207E-418D-BAD6-6CDC94D14E86}" dt="2026-05-10T16:54:44.742" v="454" actId="26606"/>
          <ac:spMkLst>
            <pc:docMk/>
            <pc:sldMk cId="864413785" sldId="273"/>
            <ac:spMk id="6" creationId="{6ACC4CD9-FBCA-305E-D2E3-D4865295A8AF}"/>
          </ac:spMkLst>
        </pc:spChg>
        <pc:spChg chg="add mod ord">
          <ac:chgData name="Török Péter" userId="04e8747b-4df8-49ce-bbf4-696a77217e55" providerId="ADAL" clId="{A8F3C087-207E-418D-BAD6-6CDC94D14E86}" dt="2026-05-10T16:54:44.742" v="454" actId="26606"/>
          <ac:spMkLst>
            <pc:docMk/>
            <pc:sldMk cId="864413785" sldId="273"/>
            <ac:spMk id="7" creationId="{AA7C961A-BA40-DE43-F466-815EA0E94BD8}"/>
          </ac:spMkLst>
        </pc:spChg>
        <pc:spChg chg="add del">
          <ac:chgData name="Török Péter" userId="04e8747b-4df8-49ce-bbf4-696a77217e55" providerId="ADAL" clId="{A8F3C087-207E-418D-BAD6-6CDC94D14E86}" dt="2026-05-10T16:51:44.693" v="402" actId="26606"/>
          <ac:spMkLst>
            <pc:docMk/>
            <pc:sldMk cId="864413785" sldId="273"/>
            <ac:spMk id="10" creationId="{B1595A09-E336-4D1B-9B3A-06A2287A54E2}"/>
          </ac:spMkLst>
        </pc:spChg>
        <pc:spChg chg="add del">
          <ac:chgData name="Török Péter" userId="04e8747b-4df8-49ce-bbf4-696a77217e55" providerId="ADAL" clId="{A8F3C087-207E-418D-BAD6-6CDC94D14E86}" dt="2026-05-10T16:50:31.155" v="378" actId="26606"/>
          <ac:spMkLst>
            <pc:docMk/>
            <pc:sldMk cId="864413785" sldId="273"/>
            <ac:spMk id="11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51:44.693" v="402" actId="26606"/>
          <ac:spMkLst>
            <pc:docMk/>
            <pc:sldMk cId="864413785" sldId="273"/>
            <ac:spMk id="12" creationId="{3540989C-C7B8-473B-BF87-6F2DA6A90006}"/>
          </ac:spMkLst>
        </pc:spChg>
        <pc:spChg chg="add del">
          <ac:chgData name="Török Péter" userId="04e8747b-4df8-49ce-bbf4-696a77217e55" providerId="ADAL" clId="{A8F3C087-207E-418D-BAD6-6CDC94D14E86}" dt="2026-05-10T16:50:31.155" v="378" actId="26606"/>
          <ac:spMkLst>
            <pc:docMk/>
            <pc:sldMk cId="864413785" sldId="273"/>
            <ac:spMk id="13" creationId="{CD8B4F24-440B-49E9-B85D-733523DC064B}"/>
          </ac:spMkLst>
        </pc:spChg>
        <pc:spChg chg="add del">
          <ac:chgData name="Török Péter" userId="04e8747b-4df8-49ce-bbf4-696a77217e55" providerId="ADAL" clId="{A8F3C087-207E-418D-BAD6-6CDC94D14E86}" dt="2026-05-10T16:54:08.288" v="446" actId="26606"/>
          <ac:spMkLst>
            <pc:docMk/>
            <pc:sldMk cId="864413785" sldId="273"/>
            <ac:spMk id="14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50:33.940" v="380" actId="26606"/>
          <ac:spMkLst>
            <pc:docMk/>
            <pc:sldMk cId="864413785" sldId="273"/>
            <ac:spMk id="15" creationId="{0007FE00-9498-4706-B255-6437B0252C02}"/>
          </ac:spMkLst>
        </pc:spChg>
        <pc:spChg chg="add del">
          <ac:chgData name="Török Péter" userId="04e8747b-4df8-49ce-bbf4-696a77217e55" providerId="ADAL" clId="{A8F3C087-207E-418D-BAD6-6CDC94D14E86}" dt="2026-05-10T16:50:33.940" v="380" actId="26606"/>
          <ac:spMkLst>
            <pc:docMk/>
            <pc:sldMk cId="864413785" sldId="273"/>
            <ac:spMk id="16" creationId="{2EB492CD-616E-47F8-933B-5E2D952A0593}"/>
          </ac:spMkLst>
        </pc:spChg>
        <pc:spChg chg="add del">
          <ac:chgData name="Török Péter" userId="04e8747b-4df8-49ce-bbf4-696a77217e55" providerId="ADAL" clId="{A8F3C087-207E-418D-BAD6-6CDC94D14E86}" dt="2026-05-10T16:50:33.940" v="380" actId="26606"/>
          <ac:spMkLst>
            <pc:docMk/>
            <pc:sldMk cId="864413785" sldId="273"/>
            <ac:spMk id="17" creationId="{59383CF9-23B5-4335-9B21-1791C4CF1C75}"/>
          </ac:spMkLst>
        </pc:spChg>
        <pc:spChg chg="add del">
          <ac:chgData name="Török Péter" userId="04e8747b-4df8-49ce-bbf4-696a77217e55" providerId="ADAL" clId="{A8F3C087-207E-418D-BAD6-6CDC94D14E86}" dt="2026-05-10T16:54:08.288" v="446" actId="26606"/>
          <ac:spMkLst>
            <pc:docMk/>
            <pc:sldMk cId="864413785" sldId="273"/>
            <ac:spMk id="18" creationId="{6357EC4F-235E-4222-A36F-C7878ACE37F2}"/>
          </ac:spMkLst>
        </pc:spChg>
        <pc:spChg chg="add del">
          <ac:chgData name="Török Péter" userId="04e8747b-4df8-49ce-bbf4-696a77217e55" providerId="ADAL" clId="{A8F3C087-207E-418D-BAD6-6CDC94D14E86}" dt="2026-05-10T16:50:36.035" v="382" actId="26606"/>
          <ac:spMkLst>
            <pc:docMk/>
            <pc:sldMk cId="864413785" sldId="273"/>
            <ac:spMk id="19" creationId="{7A5F0580-5EE9-419F-96EE-B6529EF6E7D0}"/>
          </ac:spMkLst>
        </pc:spChg>
        <pc:spChg chg="add del">
          <ac:chgData name="Török Péter" userId="04e8747b-4df8-49ce-bbf4-696a77217e55" providerId="ADAL" clId="{A8F3C087-207E-418D-BAD6-6CDC94D14E86}" dt="2026-05-10T16:50:36.035" v="382" actId="26606"/>
          <ac:spMkLst>
            <pc:docMk/>
            <pc:sldMk cId="864413785" sldId="273"/>
            <ac:spMk id="20" creationId="{0288C6B4-AFC3-407F-A595-EFFD38D4CCAF}"/>
          </ac:spMkLst>
        </pc:spChg>
        <pc:spChg chg="add del">
          <ac:chgData name="Török Péter" userId="04e8747b-4df8-49ce-bbf4-696a77217e55" providerId="ADAL" clId="{A8F3C087-207E-418D-BAD6-6CDC94D14E86}" dt="2026-05-10T16:50:36.035" v="382" actId="26606"/>
          <ac:spMkLst>
            <pc:docMk/>
            <pc:sldMk cId="864413785" sldId="273"/>
            <ac:spMk id="21" creationId="{CF236821-17FE-429B-8D2C-08E13A64EA40}"/>
          </ac:spMkLst>
        </pc:spChg>
        <pc:spChg chg="add del">
          <ac:chgData name="Török Péter" userId="04e8747b-4df8-49ce-bbf4-696a77217e55" providerId="ADAL" clId="{A8F3C087-207E-418D-BAD6-6CDC94D14E86}" dt="2026-05-10T16:50:36.035" v="382" actId="26606"/>
          <ac:spMkLst>
            <pc:docMk/>
            <pc:sldMk cId="864413785" sldId="273"/>
            <ac:spMk id="22" creationId="{C0BDBCD2-E081-43AB-9119-C55465E59757}"/>
          </ac:spMkLst>
        </pc:spChg>
        <pc:spChg chg="add del">
          <ac:chgData name="Török Péter" userId="04e8747b-4df8-49ce-bbf4-696a77217e55" providerId="ADAL" clId="{A8F3C087-207E-418D-BAD6-6CDC94D14E86}" dt="2026-05-10T16:50:36.035" v="382" actId="26606"/>
          <ac:spMkLst>
            <pc:docMk/>
            <pc:sldMk cId="864413785" sldId="273"/>
            <ac:spMk id="23" creationId="{98E79BE4-34FE-485A-98A5-92CE8F7C4743}"/>
          </ac:spMkLst>
        </pc:spChg>
        <pc:spChg chg="add del">
          <ac:chgData name="Török Péter" userId="04e8747b-4df8-49ce-bbf4-696a77217e55" providerId="ADAL" clId="{A8F3C087-207E-418D-BAD6-6CDC94D14E86}" dt="2026-05-10T16:53:52.092" v="443" actId="26606"/>
          <ac:spMkLst>
            <pc:docMk/>
            <pc:sldMk cId="864413785" sldId="273"/>
            <ac:spMk id="24" creationId="{743AA782-23D1-4521-8CAD-47662984AA08}"/>
          </ac:spMkLst>
        </pc:spChg>
        <pc:spChg chg="add del">
          <ac:chgData name="Török Péter" userId="04e8747b-4df8-49ce-bbf4-696a77217e55" providerId="ADAL" clId="{A8F3C087-207E-418D-BAD6-6CDC94D14E86}" dt="2026-05-10T16:50:42.299" v="384" actId="26606"/>
          <ac:spMkLst>
            <pc:docMk/>
            <pc:sldMk cId="864413785" sldId="273"/>
            <ac:spMk id="25" creationId="{04812C46-200A-4DEB-A05E-3ED6C68C2387}"/>
          </ac:spMkLst>
        </pc:spChg>
        <pc:spChg chg="add del">
          <ac:chgData name="Török Péter" userId="04e8747b-4df8-49ce-bbf4-696a77217e55" providerId="ADAL" clId="{A8F3C087-207E-418D-BAD6-6CDC94D14E86}" dt="2026-05-10T16:50:42.299" v="384" actId="26606"/>
          <ac:spMkLst>
            <pc:docMk/>
            <pc:sldMk cId="864413785" sldId="273"/>
            <ac:spMk id="26" creationId="{D1EA859B-E555-4109-94F3-6700E046E008}"/>
          </ac:spMkLst>
        </pc:spChg>
        <pc:spChg chg="add del">
          <ac:chgData name="Török Péter" userId="04e8747b-4df8-49ce-bbf4-696a77217e55" providerId="ADAL" clId="{A8F3C087-207E-418D-BAD6-6CDC94D14E86}" dt="2026-05-10T16:53:52.092" v="443" actId="26606"/>
          <ac:spMkLst>
            <pc:docMk/>
            <pc:sldMk cId="864413785" sldId="273"/>
            <ac:spMk id="27" creationId="{650D18FE-0824-4A46-B22C-A86B52E5780A}"/>
          </ac:spMkLst>
        </pc:spChg>
        <pc:spChg chg="add del">
          <ac:chgData name="Török Péter" userId="04e8747b-4df8-49ce-bbf4-696a77217e55" providerId="ADAL" clId="{A8F3C087-207E-418D-BAD6-6CDC94D14E86}" dt="2026-05-10T16:50:43.491" v="386" actId="26606"/>
          <ac:spMkLst>
            <pc:docMk/>
            <pc:sldMk cId="864413785" sldId="273"/>
            <ac:spMk id="28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50:43.491" v="386" actId="26606"/>
          <ac:spMkLst>
            <pc:docMk/>
            <pc:sldMk cId="864413785" sldId="273"/>
            <ac:spMk id="29" creationId="{CD8B4F24-440B-49E9-B85D-733523DC064B}"/>
          </ac:spMkLst>
        </pc:spChg>
        <pc:spChg chg="add del">
          <ac:chgData name="Török Péter" userId="04e8747b-4df8-49ce-bbf4-696a77217e55" providerId="ADAL" clId="{A8F3C087-207E-418D-BAD6-6CDC94D14E86}" dt="2026-05-10T16:54:44.742" v="454" actId="26606"/>
          <ac:spMkLst>
            <pc:docMk/>
            <pc:sldMk cId="864413785" sldId="273"/>
            <ac:spMk id="30" creationId="{743AA782-23D1-4521-8CAD-47662984AA08}"/>
          </ac:spMkLst>
        </pc:spChg>
        <pc:spChg chg="add del">
          <ac:chgData name="Török Péter" userId="04e8747b-4df8-49ce-bbf4-696a77217e55" providerId="ADAL" clId="{A8F3C087-207E-418D-BAD6-6CDC94D14E86}" dt="2026-05-10T16:50:44.635" v="388" actId="26606"/>
          <ac:spMkLst>
            <pc:docMk/>
            <pc:sldMk cId="864413785" sldId="273"/>
            <ac:spMk id="31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50:44.635" v="388" actId="26606"/>
          <ac:spMkLst>
            <pc:docMk/>
            <pc:sldMk cId="864413785" sldId="273"/>
            <ac:spMk id="32" creationId="{6357EC4F-235E-4222-A36F-C7878ACE37F2}"/>
          </ac:spMkLst>
        </pc:spChg>
        <pc:spChg chg="add del">
          <ac:chgData name="Török Péter" userId="04e8747b-4df8-49ce-bbf4-696a77217e55" providerId="ADAL" clId="{A8F3C087-207E-418D-BAD6-6CDC94D14E86}" dt="2026-05-10T16:54:44.742" v="454" actId="26606"/>
          <ac:spMkLst>
            <pc:docMk/>
            <pc:sldMk cId="864413785" sldId="273"/>
            <ac:spMk id="33" creationId="{650D18FE-0824-4A46-B22C-A86B52E5780A}"/>
          </ac:spMkLst>
        </pc:spChg>
        <pc:spChg chg="add del">
          <ac:chgData name="Török Péter" userId="04e8747b-4df8-49ce-bbf4-696a77217e55" providerId="ADAL" clId="{A8F3C087-207E-418D-BAD6-6CDC94D14E86}" dt="2026-05-10T16:50:45.218" v="390" actId="26606"/>
          <ac:spMkLst>
            <pc:docMk/>
            <pc:sldMk cId="864413785" sldId="273"/>
            <ac:spMk id="34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50:45.218" v="390" actId="26606"/>
          <ac:spMkLst>
            <pc:docMk/>
            <pc:sldMk cId="864413785" sldId="273"/>
            <ac:spMk id="35" creationId="{CD8B4F24-440B-49E9-B85D-733523DC064B}"/>
          </ac:spMkLst>
        </pc:spChg>
        <pc:spChg chg="add">
          <ac:chgData name="Török Péter" userId="04e8747b-4df8-49ce-bbf4-696a77217e55" providerId="ADAL" clId="{A8F3C087-207E-418D-BAD6-6CDC94D14E86}" dt="2026-05-10T16:54:44.742" v="454" actId="26606"/>
          <ac:spMkLst>
            <pc:docMk/>
            <pc:sldMk cId="864413785" sldId="273"/>
            <ac:spMk id="36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50:45.906" v="392" actId="26606"/>
          <ac:spMkLst>
            <pc:docMk/>
            <pc:sldMk cId="864413785" sldId="273"/>
            <ac:spMk id="37" creationId="{2B97F24A-32CE-4C1C-A50D-3016B394DCFB}"/>
          </ac:spMkLst>
        </pc:spChg>
        <pc:spChg chg="add del">
          <ac:chgData name="Török Péter" userId="04e8747b-4df8-49ce-bbf4-696a77217e55" providerId="ADAL" clId="{A8F3C087-207E-418D-BAD6-6CDC94D14E86}" dt="2026-05-10T16:50:45.906" v="392" actId="26606"/>
          <ac:spMkLst>
            <pc:docMk/>
            <pc:sldMk cId="864413785" sldId="273"/>
            <ac:spMk id="38" creationId="{6357EC4F-235E-4222-A36F-C7878ACE37F2}"/>
          </ac:spMkLst>
        </pc:spChg>
        <pc:spChg chg="add">
          <ac:chgData name="Török Péter" userId="04e8747b-4df8-49ce-bbf4-696a77217e55" providerId="ADAL" clId="{A8F3C087-207E-418D-BAD6-6CDC94D14E86}" dt="2026-05-10T16:54:44.742" v="454" actId="26606"/>
          <ac:spMkLst>
            <pc:docMk/>
            <pc:sldMk cId="864413785" sldId="273"/>
            <ac:spMk id="39" creationId="{CD8B4F24-440B-49E9-B85D-733523DC064B}"/>
          </ac:spMkLst>
        </pc:spChg>
        <pc:spChg chg="add del">
          <ac:chgData name="Török Péter" userId="04e8747b-4df8-49ce-bbf4-696a77217e55" providerId="ADAL" clId="{A8F3C087-207E-418D-BAD6-6CDC94D14E86}" dt="2026-05-10T16:51:23.326" v="398" actId="26606"/>
          <ac:spMkLst>
            <pc:docMk/>
            <pc:sldMk cId="864413785" sldId="273"/>
            <ac:spMk id="40" creationId="{B1595A09-E336-4D1B-9B3A-06A2287A54E2}"/>
          </ac:spMkLst>
        </pc:spChg>
        <pc:spChg chg="add del">
          <ac:chgData name="Török Péter" userId="04e8747b-4df8-49ce-bbf4-696a77217e55" providerId="ADAL" clId="{A8F3C087-207E-418D-BAD6-6CDC94D14E86}" dt="2026-05-10T16:51:23.326" v="398" actId="26606"/>
          <ac:spMkLst>
            <pc:docMk/>
            <pc:sldMk cId="864413785" sldId="273"/>
            <ac:spMk id="41" creationId="{3540989C-C7B8-473B-BF87-6F2DA6A90006}"/>
          </ac:spMkLst>
        </pc:spChg>
        <pc:picChg chg="add del mod">
          <ac:chgData name="Török Péter" userId="04e8747b-4df8-49ce-bbf4-696a77217e55" providerId="ADAL" clId="{A8F3C087-207E-418D-BAD6-6CDC94D14E86}" dt="2026-05-10T17:56:49.843" v="1570" actId="478"/>
          <ac:picMkLst>
            <pc:docMk/>
            <pc:sldMk cId="864413785" sldId="273"/>
            <ac:picMk id="3" creationId="{9380E518-146B-E4D8-F162-034DE215F983}"/>
          </ac:picMkLst>
        </pc:picChg>
        <pc:picChg chg="add del mod ord">
          <ac:chgData name="Török Péter" userId="04e8747b-4df8-49ce-bbf4-696a77217e55" providerId="ADAL" clId="{A8F3C087-207E-418D-BAD6-6CDC94D14E86}" dt="2026-05-10T17:56:15.070" v="1567" actId="478"/>
          <ac:picMkLst>
            <pc:docMk/>
            <pc:sldMk cId="864413785" sldId="273"/>
            <ac:picMk id="5" creationId="{7DB0D13D-957D-452E-1426-7A778BAD24A6}"/>
          </ac:picMkLst>
        </pc:picChg>
        <pc:picChg chg="add mod">
          <ac:chgData name="Török Péter" userId="04e8747b-4df8-49ce-bbf4-696a77217e55" providerId="ADAL" clId="{A8F3C087-207E-418D-BAD6-6CDC94D14E86}" dt="2026-05-10T17:57:13.987" v="1575" actId="1076"/>
          <ac:picMkLst>
            <pc:docMk/>
            <pc:sldMk cId="864413785" sldId="273"/>
            <ac:picMk id="8" creationId="{C47D333A-2ABE-E095-398B-166ECA2D52FA}"/>
          </ac:picMkLst>
        </pc:picChg>
        <pc:cxnChg chg="add del">
          <ac:chgData name="Török Péter" userId="04e8747b-4df8-49ce-bbf4-696a77217e55" providerId="ADAL" clId="{A8F3C087-207E-418D-BAD6-6CDC94D14E86}" dt="2026-05-10T16:51:43.789" v="400" actId="26606"/>
          <ac:cxnSpMkLst>
            <pc:docMk/>
            <pc:sldMk cId="864413785" sldId="273"/>
            <ac:cxnSpMk id="8" creationId="{249EDD1B-F94D-B4E6-ACAA-566B9A26FDE3}"/>
          </ac:cxnSpMkLst>
        </pc:cxnChg>
      </pc:sldChg>
      <pc:sldChg chg="addSp delSp modSp new mod setBg">
        <pc:chgData name="Török Péter" userId="04e8747b-4df8-49ce-bbf4-696a77217e55" providerId="ADAL" clId="{A8F3C087-207E-418D-BAD6-6CDC94D14E86}" dt="2026-05-10T17:24:41.798" v="997" actId="20577"/>
        <pc:sldMkLst>
          <pc:docMk/>
          <pc:sldMk cId="1121653834" sldId="274"/>
        </pc:sldMkLst>
        <pc:spChg chg="mod">
          <ac:chgData name="Török Péter" userId="04e8747b-4df8-49ce-bbf4-696a77217e55" providerId="ADAL" clId="{A8F3C087-207E-418D-BAD6-6CDC94D14E86}" dt="2026-05-10T17:23:26.534" v="991" actId="26606"/>
          <ac:spMkLst>
            <pc:docMk/>
            <pc:sldMk cId="1121653834" sldId="274"/>
            <ac:spMk id="2" creationId="{C4676358-8028-7A9A-CE15-17C48CDDDEA7}"/>
          </ac:spMkLst>
        </pc:spChg>
        <pc:spChg chg="add del mod">
          <ac:chgData name="Török Péter" userId="04e8747b-4df8-49ce-bbf4-696a77217e55" providerId="ADAL" clId="{A8F3C087-207E-418D-BAD6-6CDC94D14E86}" dt="2026-05-10T17:23:26.534" v="991" actId="26606"/>
          <ac:spMkLst>
            <pc:docMk/>
            <pc:sldMk cId="1121653834" sldId="274"/>
            <ac:spMk id="3" creationId="{D6811D72-A203-25C0-ABA4-11AC65845C5E}"/>
          </ac:spMkLst>
        </pc:spChg>
        <pc:spChg chg="add del">
          <ac:chgData name="Török Péter" userId="04e8747b-4df8-49ce-bbf4-696a77217e55" providerId="ADAL" clId="{A8F3C087-207E-418D-BAD6-6CDC94D14E86}" dt="2026-05-10T17:23:26.508" v="990" actId="26606"/>
          <ac:spMkLst>
            <pc:docMk/>
            <pc:sldMk cId="1121653834" sldId="274"/>
            <ac:spMk id="9" creationId="{7517A47C-B2E5-4B79-8061-D74B1311AF6E}"/>
          </ac:spMkLst>
        </pc:spChg>
        <pc:spChg chg="add del">
          <ac:chgData name="Török Péter" userId="04e8747b-4df8-49ce-bbf4-696a77217e55" providerId="ADAL" clId="{A8F3C087-207E-418D-BAD6-6CDC94D14E86}" dt="2026-05-10T17:23:26.508" v="990" actId="26606"/>
          <ac:spMkLst>
            <pc:docMk/>
            <pc:sldMk cId="1121653834" sldId="274"/>
            <ac:spMk id="11" creationId="{C505E780-2083-4CB5-A42A-5E0E2908ECC3}"/>
          </ac:spMkLst>
        </pc:spChg>
        <pc:spChg chg="add del">
          <ac:chgData name="Török Péter" userId="04e8747b-4df8-49ce-bbf4-696a77217e55" providerId="ADAL" clId="{A8F3C087-207E-418D-BAD6-6CDC94D14E86}" dt="2026-05-10T17:23:26.508" v="990" actId="26606"/>
          <ac:spMkLst>
            <pc:docMk/>
            <pc:sldMk cId="1121653834" sldId="274"/>
            <ac:spMk id="13" creationId="{D2C0AE1C-0118-41AE-8A10-7CDCBF10E96F}"/>
          </ac:spMkLst>
        </pc:spChg>
        <pc:spChg chg="add del">
          <ac:chgData name="Török Péter" userId="04e8747b-4df8-49ce-bbf4-696a77217e55" providerId="ADAL" clId="{A8F3C087-207E-418D-BAD6-6CDC94D14E86}" dt="2026-05-10T17:23:26.508" v="990" actId="26606"/>
          <ac:spMkLst>
            <pc:docMk/>
            <pc:sldMk cId="1121653834" sldId="274"/>
            <ac:spMk id="15" creationId="{463EEC44-1BA3-44ED-81FC-A644B04B2A44}"/>
          </ac:spMkLst>
        </pc:spChg>
        <pc:spChg chg="add">
          <ac:chgData name="Török Péter" userId="04e8747b-4df8-49ce-bbf4-696a77217e55" providerId="ADAL" clId="{A8F3C087-207E-418D-BAD6-6CDC94D14E86}" dt="2026-05-10T17:23:26.534" v="991" actId="26606"/>
          <ac:spMkLst>
            <pc:docMk/>
            <pc:sldMk cId="1121653834" sldId="274"/>
            <ac:spMk id="17" creationId="{2E442304-DDBD-4F7B-8017-36BCC863FB40}"/>
          </ac:spMkLst>
        </pc:spChg>
        <pc:spChg chg="add">
          <ac:chgData name="Török Péter" userId="04e8747b-4df8-49ce-bbf4-696a77217e55" providerId="ADAL" clId="{A8F3C087-207E-418D-BAD6-6CDC94D14E86}" dt="2026-05-10T17:23:26.534" v="991" actId="26606"/>
          <ac:spMkLst>
            <pc:docMk/>
            <pc:sldMk cId="1121653834" sldId="274"/>
            <ac:spMk id="18" creationId="{5E107275-3853-46FD-A241-DE4355A42675}"/>
          </ac:spMkLst>
        </pc:spChg>
        <pc:graphicFrameChg chg="add del">
          <ac:chgData name="Török Péter" userId="04e8747b-4df8-49ce-bbf4-696a77217e55" providerId="ADAL" clId="{A8F3C087-207E-418D-BAD6-6CDC94D14E86}" dt="2026-05-10T17:23:26.508" v="990" actId="26606"/>
          <ac:graphicFrameMkLst>
            <pc:docMk/>
            <pc:sldMk cId="1121653834" sldId="274"/>
            <ac:graphicFrameMk id="5" creationId="{CA43A58A-CE70-820A-A200-CB1FBE6083F5}"/>
          </ac:graphicFrameMkLst>
        </pc:graphicFrameChg>
        <pc:graphicFrameChg chg="add modGraphic">
          <ac:chgData name="Török Péter" userId="04e8747b-4df8-49ce-bbf4-696a77217e55" providerId="ADAL" clId="{A8F3C087-207E-418D-BAD6-6CDC94D14E86}" dt="2026-05-10T17:24:41.798" v="997" actId="20577"/>
          <ac:graphicFrameMkLst>
            <pc:docMk/>
            <pc:sldMk cId="1121653834" sldId="274"/>
            <ac:graphicFrameMk id="19" creationId="{221AF197-9E52-C179-40D4-2588F2B8C5C8}"/>
          </ac:graphicFrameMkLst>
        </pc:graphicFrameChg>
      </pc:sldChg>
      <pc:sldChg chg="modSp add mod">
        <pc:chgData name="Török Péter" userId="04e8747b-4df8-49ce-bbf4-696a77217e55" providerId="ADAL" clId="{A8F3C087-207E-418D-BAD6-6CDC94D14E86}" dt="2026-05-10T17:24:58.791" v="1012" actId="20577"/>
        <pc:sldMkLst>
          <pc:docMk/>
          <pc:sldMk cId="565324089" sldId="275"/>
        </pc:sldMkLst>
        <pc:spChg chg="mod">
          <ac:chgData name="Török Péter" userId="04e8747b-4df8-49ce-bbf4-696a77217e55" providerId="ADAL" clId="{A8F3C087-207E-418D-BAD6-6CDC94D14E86}" dt="2026-05-10T17:24:51.911" v="1002" actId="20577"/>
          <ac:spMkLst>
            <pc:docMk/>
            <pc:sldMk cId="565324089" sldId="275"/>
            <ac:spMk id="2" creationId="{E4A459B9-3D4D-02A3-A5D5-B1E8A3DC9495}"/>
          </ac:spMkLst>
        </pc:spChg>
        <pc:graphicFrameChg chg="modGraphic">
          <ac:chgData name="Török Péter" userId="04e8747b-4df8-49ce-bbf4-696a77217e55" providerId="ADAL" clId="{A8F3C087-207E-418D-BAD6-6CDC94D14E86}" dt="2026-05-10T17:24:58.791" v="1012" actId="20577"/>
          <ac:graphicFrameMkLst>
            <pc:docMk/>
            <pc:sldMk cId="565324089" sldId="275"/>
            <ac:graphicFrameMk id="19" creationId="{C6D84615-AFCF-A877-2875-C35BEF048D16}"/>
          </ac:graphicFrameMkLst>
        </pc:graphicFrameChg>
      </pc:sldChg>
      <pc:sldChg chg="modSp add mod">
        <pc:chgData name="Török Péter" userId="04e8747b-4df8-49ce-bbf4-696a77217e55" providerId="ADAL" clId="{A8F3C087-207E-418D-BAD6-6CDC94D14E86}" dt="2026-05-10T17:27:19.516" v="1076" actId="20577"/>
        <pc:sldMkLst>
          <pc:docMk/>
          <pc:sldMk cId="784680895" sldId="276"/>
        </pc:sldMkLst>
        <pc:spChg chg="mod">
          <ac:chgData name="Török Péter" userId="04e8747b-4df8-49ce-bbf4-696a77217e55" providerId="ADAL" clId="{A8F3C087-207E-418D-BAD6-6CDC94D14E86}" dt="2026-05-10T17:25:13.792" v="1022" actId="20577"/>
          <ac:spMkLst>
            <pc:docMk/>
            <pc:sldMk cId="784680895" sldId="276"/>
            <ac:spMk id="2" creationId="{F2C8F800-4726-F1DD-8623-A45382FBF84D}"/>
          </ac:spMkLst>
        </pc:spChg>
        <pc:graphicFrameChg chg="mod modGraphic">
          <ac:chgData name="Török Péter" userId="04e8747b-4df8-49ce-bbf4-696a77217e55" providerId="ADAL" clId="{A8F3C087-207E-418D-BAD6-6CDC94D14E86}" dt="2026-05-10T17:27:19.516" v="1076" actId="20577"/>
          <ac:graphicFrameMkLst>
            <pc:docMk/>
            <pc:sldMk cId="784680895" sldId="276"/>
            <ac:graphicFrameMk id="19" creationId="{8182827F-D1E0-7109-A9E4-5803EC35EC1C}"/>
          </ac:graphicFrameMkLst>
        </pc:graphicFrameChg>
      </pc:sldChg>
      <pc:sldChg chg="addSp delSp modSp add del mod">
        <pc:chgData name="Török Péter" userId="04e8747b-4df8-49ce-bbf4-696a77217e55" providerId="ADAL" clId="{A8F3C087-207E-418D-BAD6-6CDC94D14E86}" dt="2026-05-10T17:31:53.141" v="1130" actId="47"/>
        <pc:sldMkLst>
          <pc:docMk/>
          <pc:sldMk cId="3310764669" sldId="277"/>
        </pc:sldMkLst>
        <pc:spChg chg="mod">
          <ac:chgData name="Török Péter" userId="04e8747b-4df8-49ce-bbf4-696a77217e55" providerId="ADAL" clId="{A8F3C087-207E-418D-BAD6-6CDC94D14E86}" dt="2026-05-10T17:29:34.208" v="1103" actId="20577"/>
          <ac:spMkLst>
            <pc:docMk/>
            <pc:sldMk cId="3310764669" sldId="277"/>
            <ac:spMk id="2" creationId="{F7AA51DB-BBA0-C6AC-FBD4-91F0B17721EA}"/>
          </ac:spMkLst>
        </pc:spChg>
        <pc:spChg chg="mod">
          <ac:chgData name="Török Péter" userId="04e8747b-4df8-49ce-bbf4-696a77217e55" providerId="ADAL" clId="{A8F3C087-207E-418D-BAD6-6CDC94D14E86}" dt="2026-05-10T17:31:35.104" v="1126" actId="14100"/>
          <ac:spMkLst>
            <pc:docMk/>
            <pc:sldMk cId="3310764669" sldId="277"/>
            <ac:spMk id="3" creationId="{FEA8747E-106E-FAF4-1010-C3D6172112A9}"/>
          </ac:spMkLst>
        </pc:spChg>
        <pc:picChg chg="add mod">
          <ac:chgData name="Török Péter" userId="04e8747b-4df8-49ce-bbf4-696a77217e55" providerId="ADAL" clId="{A8F3C087-207E-418D-BAD6-6CDC94D14E86}" dt="2026-05-10T17:29:28.283" v="1095" actId="1076"/>
          <ac:picMkLst>
            <pc:docMk/>
            <pc:sldMk cId="3310764669" sldId="277"/>
            <ac:picMk id="4" creationId="{401E3F2F-2FA2-D5F5-524B-306D3344F368}"/>
          </ac:picMkLst>
        </pc:picChg>
        <pc:picChg chg="del">
          <ac:chgData name="Török Péter" userId="04e8747b-4df8-49ce-bbf4-696a77217e55" providerId="ADAL" clId="{A8F3C087-207E-418D-BAD6-6CDC94D14E86}" dt="2026-05-10T17:29:23.088" v="1092" actId="478"/>
          <ac:picMkLst>
            <pc:docMk/>
            <pc:sldMk cId="3310764669" sldId="277"/>
            <ac:picMk id="5" creationId="{1C014FCD-EA26-E1D5-3672-509C713FACCC}"/>
          </ac:picMkLst>
        </pc:picChg>
      </pc:sldChg>
      <pc:sldChg chg="addSp delSp modSp new mod setBg">
        <pc:chgData name="Török Péter" userId="04e8747b-4df8-49ce-bbf4-696a77217e55" providerId="ADAL" clId="{A8F3C087-207E-418D-BAD6-6CDC94D14E86}" dt="2026-05-10T17:38:38.139" v="1274" actId="1076"/>
        <pc:sldMkLst>
          <pc:docMk/>
          <pc:sldMk cId="3760929117" sldId="277"/>
        </pc:sldMkLst>
        <pc:spChg chg="mod">
          <ac:chgData name="Török Péter" userId="04e8747b-4df8-49ce-bbf4-696a77217e55" providerId="ADAL" clId="{A8F3C087-207E-418D-BAD6-6CDC94D14E86}" dt="2026-05-10T17:38:38.139" v="1274" actId="1076"/>
          <ac:spMkLst>
            <pc:docMk/>
            <pc:sldMk cId="3760929117" sldId="277"/>
            <ac:spMk id="2" creationId="{590F3D13-35E8-C0FC-0F6E-297DC7D865EF}"/>
          </ac:spMkLst>
        </pc:spChg>
        <pc:spChg chg="del">
          <ac:chgData name="Török Péter" userId="04e8747b-4df8-49ce-bbf4-696a77217e55" providerId="ADAL" clId="{A8F3C087-207E-418D-BAD6-6CDC94D14E86}" dt="2026-05-10T17:35:27.013" v="1243" actId="478"/>
          <ac:spMkLst>
            <pc:docMk/>
            <pc:sldMk cId="3760929117" sldId="277"/>
            <ac:spMk id="3" creationId="{440F05B7-6178-EA8D-F47E-198876245F0C}"/>
          </ac:spMkLst>
        </pc:spChg>
        <pc:spChg chg="add del">
          <ac:chgData name="Török Péter" userId="04e8747b-4df8-49ce-bbf4-696a77217e55" providerId="ADAL" clId="{A8F3C087-207E-418D-BAD6-6CDC94D14E86}" dt="2026-05-10T17:36:59.967" v="1258" actId="478"/>
          <ac:spMkLst>
            <pc:docMk/>
            <pc:sldMk cId="3760929117" sldId="277"/>
            <ac:spMk id="4" creationId="{AB488D3C-E0B7-A04A-4314-AFDA986006BE}"/>
          </ac:spMkLst>
        </pc:spChg>
        <pc:spChg chg="add del">
          <ac:chgData name="Török Péter" userId="04e8747b-4df8-49ce-bbf4-696a77217e55" providerId="ADAL" clId="{A8F3C087-207E-418D-BAD6-6CDC94D14E86}" dt="2026-05-10T17:37:24.109" v="1262" actId="26606"/>
          <ac:spMkLst>
            <pc:docMk/>
            <pc:sldMk cId="3760929117" sldId="277"/>
            <ac:spMk id="11" creationId="{A4AC5506-6312-4701-8D3C-40187889A947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13" creationId="{91E5A9A7-95C6-4F4F-B00E-C82E07FE62EF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14" creationId="{A8384FB5-9ADC-4DDC-881B-597D56F5B15D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15" creationId="{D07DD2DE-F619-49DD-B5E7-03A290FF4ED1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17" creationId="{85149191-5F60-4A28-AAFF-039F96B0F3EC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19" creationId="{F8260ED5-17F7-4158-B241-D51DD4CF1B7E}"/>
          </ac:spMkLst>
        </pc:spChg>
        <pc:spChg chg="add del">
          <ac:chgData name="Török Péter" userId="04e8747b-4df8-49ce-bbf4-696a77217e55" providerId="ADAL" clId="{A8F3C087-207E-418D-BAD6-6CDC94D14E86}" dt="2026-05-10T17:38:30.969" v="1270" actId="26606"/>
          <ac:spMkLst>
            <pc:docMk/>
            <pc:sldMk cId="3760929117" sldId="277"/>
            <ac:spMk id="24" creationId="{A8384FB5-9ADC-4DDC-881B-597D56F5B15D}"/>
          </ac:spMkLst>
        </pc:spChg>
        <pc:spChg chg="add del">
          <ac:chgData name="Török Péter" userId="04e8747b-4df8-49ce-bbf4-696a77217e55" providerId="ADAL" clId="{A8F3C087-207E-418D-BAD6-6CDC94D14E86}" dt="2026-05-10T17:38:30.969" v="1270" actId="26606"/>
          <ac:spMkLst>
            <pc:docMk/>
            <pc:sldMk cId="3760929117" sldId="277"/>
            <ac:spMk id="26" creationId="{1199E1B1-A8C0-4FE8-A5A8-1CB41D69F857}"/>
          </ac:spMkLst>
        </pc:spChg>
        <pc:spChg chg="add del">
          <ac:chgData name="Török Péter" userId="04e8747b-4df8-49ce-bbf4-696a77217e55" providerId="ADAL" clId="{A8F3C087-207E-418D-BAD6-6CDC94D14E86}" dt="2026-05-10T17:38:30.969" v="1270" actId="26606"/>
          <ac:spMkLst>
            <pc:docMk/>
            <pc:sldMk cId="3760929117" sldId="277"/>
            <ac:spMk id="28" creationId="{84A8DE83-DE75-4B41-9DB4-A7EC0B0DEC0B}"/>
          </ac:spMkLst>
        </pc:spChg>
        <pc:spChg chg="add del">
          <ac:chgData name="Török Péter" userId="04e8747b-4df8-49ce-bbf4-696a77217e55" providerId="ADAL" clId="{A8F3C087-207E-418D-BAD6-6CDC94D14E86}" dt="2026-05-10T17:38:30.969" v="1270" actId="26606"/>
          <ac:spMkLst>
            <pc:docMk/>
            <pc:sldMk cId="3760929117" sldId="277"/>
            <ac:spMk id="30" creationId="{A7009A0A-BEF5-4EAC-AF15-E4F9F002E239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33" creationId="{A8384FB5-9ADC-4DDC-881B-597D56F5B15D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34" creationId="{91E5A9A7-95C6-4F4F-B00E-C82E07FE62EF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35" creationId="{D07DD2DE-F619-49DD-B5E7-03A290FF4ED1}"/>
          </ac:spMkLst>
        </pc:spChg>
        <pc:spChg chg="add del">
          <ac:chgData name="Török Péter" userId="04e8747b-4df8-49ce-bbf4-696a77217e55" providerId="ADAL" clId="{A8F3C087-207E-418D-BAD6-6CDC94D14E86}" dt="2026-05-10T17:38:33.614" v="1272" actId="26606"/>
          <ac:spMkLst>
            <pc:docMk/>
            <pc:sldMk cId="3760929117" sldId="277"/>
            <ac:spMk id="36" creationId="{85149191-5F60-4A28-AAFF-039F96B0F3EC}"/>
          </ac:spMkLst>
        </pc:spChg>
        <pc:picChg chg="add mod">
          <ac:chgData name="Török Péter" userId="04e8747b-4df8-49ce-bbf4-696a77217e55" providerId="ADAL" clId="{A8F3C087-207E-418D-BAD6-6CDC94D14E86}" dt="2026-05-10T17:37:32.169" v="1265" actId="1076"/>
          <ac:picMkLst>
            <pc:docMk/>
            <pc:sldMk cId="3760929117" sldId="277"/>
            <ac:picMk id="6" creationId="{A0E2F5F1-5D76-50A5-FC62-B25764A614D6}"/>
          </ac:picMkLst>
        </pc:picChg>
      </pc:sldChg>
      <pc:sldChg chg="addSp delSp modSp new mod setBg">
        <pc:chgData name="Török Péter" userId="04e8747b-4df8-49ce-bbf4-696a77217e55" providerId="ADAL" clId="{A8F3C087-207E-418D-BAD6-6CDC94D14E86}" dt="2026-05-10T17:42:36.294" v="1339" actId="26606"/>
        <pc:sldMkLst>
          <pc:docMk/>
          <pc:sldMk cId="779434704" sldId="278"/>
        </pc:sldMkLst>
        <pc:spChg chg="mod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2" creationId="{E61892FA-B3FA-9399-87CB-84D23A7A8750}"/>
          </ac:spMkLst>
        </pc:spChg>
        <pc:spChg chg="del">
          <ac:chgData name="Török Péter" userId="04e8747b-4df8-49ce-bbf4-696a77217e55" providerId="ADAL" clId="{A8F3C087-207E-418D-BAD6-6CDC94D14E86}" dt="2026-05-10T17:41:31.518" v="1304" actId="22"/>
          <ac:spMkLst>
            <pc:docMk/>
            <pc:sldMk cId="779434704" sldId="278"/>
            <ac:spMk id="3" creationId="{F077B286-F7FE-0F77-BBDF-DF77422E9500}"/>
          </ac:spMkLst>
        </pc:spChg>
        <pc:spChg chg="add mod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9" creationId="{367C584C-9AF2-7279-8477-BC77AE90A72B}"/>
          </ac:spMkLst>
        </pc:spChg>
        <pc:spChg chg="add del">
          <ac:chgData name="Török Péter" userId="04e8747b-4df8-49ce-bbf4-696a77217e55" providerId="ADAL" clId="{A8F3C087-207E-418D-BAD6-6CDC94D14E86}" dt="2026-05-10T17:42:01.837" v="1306" actId="26606"/>
          <ac:spMkLst>
            <pc:docMk/>
            <pc:sldMk cId="779434704" sldId="278"/>
            <ac:spMk id="10" creationId="{A8384FB5-9ADC-4DDC-881B-597D56F5B15D}"/>
          </ac:spMkLst>
        </pc:spChg>
        <pc:spChg chg="add del">
          <ac:chgData name="Török Péter" userId="04e8747b-4df8-49ce-bbf4-696a77217e55" providerId="ADAL" clId="{A8F3C087-207E-418D-BAD6-6CDC94D14E86}" dt="2026-05-10T17:42:01.837" v="1306" actId="26606"/>
          <ac:spMkLst>
            <pc:docMk/>
            <pc:sldMk cId="779434704" sldId="278"/>
            <ac:spMk id="12" creationId="{91E5A9A7-95C6-4F4F-B00E-C82E07FE62EF}"/>
          </ac:spMkLst>
        </pc:spChg>
        <pc:spChg chg="add del">
          <ac:chgData name="Török Péter" userId="04e8747b-4df8-49ce-bbf4-696a77217e55" providerId="ADAL" clId="{A8F3C087-207E-418D-BAD6-6CDC94D14E86}" dt="2026-05-10T17:42:01.837" v="1306" actId="26606"/>
          <ac:spMkLst>
            <pc:docMk/>
            <pc:sldMk cId="779434704" sldId="278"/>
            <ac:spMk id="14" creationId="{D07DD2DE-F619-49DD-B5E7-03A290FF4ED1}"/>
          </ac:spMkLst>
        </pc:spChg>
        <pc:spChg chg="add del">
          <ac:chgData name="Török Péter" userId="04e8747b-4df8-49ce-bbf4-696a77217e55" providerId="ADAL" clId="{A8F3C087-207E-418D-BAD6-6CDC94D14E86}" dt="2026-05-10T17:42:01.837" v="1306" actId="26606"/>
          <ac:spMkLst>
            <pc:docMk/>
            <pc:sldMk cId="779434704" sldId="278"/>
            <ac:spMk id="16" creationId="{85149191-5F60-4A28-AAFF-039F96B0F3EC}"/>
          </ac:spMkLst>
        </pc:spChg>
        <pc:spChg chg="add del">
          <ac:chgData name="Török Péter" userId="04e8747b-4df8-49ce-bbf4-696a77217e55" providerId="ADAL" clId="{A8F3C087-207E-418D-BAD6-6CDC94D14E86}" dt="2026-05-10T17:42:01.837" v="1306" actId="26606"/>
          <ac:spMkLst>
            <pc:docMk/>
            <pc:sldMk cId="779434704" sldId="278"/>
            <ac:spMk id="18" creationId="{F8260ED5-17F7-4158-B241-D51DD4CF1B7E}"/>
          </ac:spMkLst>
        </pc:spChg>
        <pc:spChg chg="add del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20" creationId="{743AA782-23D1-4521-8CAD-47662984AA08}"/>
          </ac:spMkLst>
        </pc:spChg>
        <pc:spChg chg="add del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21" creationId="{71877DBC-BB60-40F0-AC93-2ACDBAAE60CE}"/>
          </ac:spMkLst>
        </pc:spChg>
        <pc:spChg chg="add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26" creationId="{A8384FB5-9ADC-4DDC-881B-597D56F5B15D}"/>
          </ac:spMkLst>
        </pc:spChg>
        <pc:spChg chg="add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28" creationId="{91E5A9A7-95C6-4F4F-B00E-C82E07FE62EF}"/>
          </ac:spMkLst>
        </pc:spChg>
        <pc:spChg chg="add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30" creationId="{D07DD2DE-F619-49DD-B5E7-03A290FF4ED1}"/>
          </ac:spMkLst>
        </pc:spChg>
        <pc:spChg chg="add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32" creationId="{85149191-5F60-4A28-AAFF-039F96B0F3EC}"/>
          </ac:spMkLst>
        </pc:spChg>
        <pc:spChg chg="add">
          <ac:chgData name="Török Péter" userId="04e8747b-4df8-49ce-bbf4-696a77217e55" providerId="ADAL" clId="{A8F3C087-207E-418D-BAD6-6CDC94D14E86}" dt="2026-05-10T17:42:36.294" v="1339" actId="26606"/>
          <ac:spMkLst>
            <pc:docMk/>
            <pc:sldMk cId="779434704" sldId="278"/>
            <ac:spMk id="34" creationId="{F8260ED5-17F7-4158-B241-D51DD4CF1B7E}"/>
          </ac:spMkLst>
        </pc:spChg>
        <pc:picChg chg="add mod ord">
          <ac:chgData name="Török Péter" userId="04e8747b-4df8-49ce-bbf4-696a77217e55" providerId="ADAL" clId="{A8F3C087-207E-418D-BAD6-6CDC94D14E86}" dt="2026-05-10T17:42:36.294" v="1339" actId="26606"/>
          <ac:picMkLst>
            <pc:docMk/>
            <pc:sldMk cId="779434704" sldId="278"/>
            <ac:picMk id="5" creationId="{1B89B97D-A44B-77CA-B95F-E84A3CD6756D}"/>
          </ac:picMkLst>
        </pc:picChg>
      </pc:sldChg>
      <pc:sldChg chg="addSp delSp modSp new mod setBg">
        <pc:chgData name="Török Péter" userId="04e8747b-4df8-49ce-bbf4-696a77217e55" providerId="ADAL" clId="{A8F3C087-207E-418D-BAD6-6CDC94D14E86}" dt="2026-05-10T17:45:36.571" v="1408" actId="1076"/>
        <pc:sldMkLst>
          <pc:docMk/>
          <pc:sldMk cId="2148961898" sldId="279"/>
        </pc:sldMkLst>
        <pc:spChg chg="mod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2" creationId="{A711AF20-AAB3-A5D9-717D-412442A6A0FF}"/>
          </ac:spMkLst>
        </pc:spChg>
        <pc:spChg chg="del">
          <ac:chgData name="Török Péter" userId="04e8747b-4df8-49ce-bbf4-696a77217e55" providerId="ADAL" clId="{A8F3C087-207E-418D-BAD6-6CDC94D14E86}" dt="2026-05-10T17:43:08.895" v="1373"/>
          <ac:spMkLst>
            <pc:docMk/>
            <pc:sldMk cId="2148961898" sldId="279"/>
            <ac:spMk id="3" creationId="{AB759390-6040-D06C-A316-177784D2DFD4}"/>
          </ac:spMkLst>
        </pc:spChg>
        <pc:spChg chg="add del mod">
          <ac:chgData name="Török Péter" userId="04e8747b-4df8-49ce-bbf4-696a77217e55" providerId="ADAL" clId="{A8F3C087-207E-418D-BAD6-6CDC94D14E86}" dt="2026-05-10T17:43:24.430" v="1376"/>
          <ac:spMkLst>
            <pc:docMk/>
            <pc:sldMk cId="2148961898" sldId="279"/>
            <ac:spMk id="4" creationId="{BAC9EEA1-B37C-379E-6AA3-63F34E61366C}"/>
          </ac:spMkLst>
        </pc:spChg>
        <pc:spChg chg="add del mod">
          <ac:chgData name="Török Péter" userId="04e8747b-4df8-49ce-bbf4-696a77217e55" providerId="ADAL" clId="{A8F3C087-207E-418D-BAD6-6CDC94D14E86}" dt="2026-05-10T17:44:24.660" v="1388" actId="22"/>
          <ac:spMkLst>
            <pc:docMk/>
            <pc:sldMk cId="2148961898" sldId="279"/>
            <ac:spMk id="10" creationId="{555C9E28-7A36-3A7F-3671-B022197C207A}"/>
          </ac:spMkLst>
        </pc:spChg>
        <pc:spChg chg="add del">
          <ac:chgData name="Török Péter" userId="04e8747b-4df8-49ce-bbf4-696a77217e55" providerId="ADAL" clId="{A8F3C087-207E-418D-BAD6-6CDC94D14E86}" dt="2026-05-10T17:44:00.365" v="1383" actId="26606"/>
          <ac:spMkLst>
            <pc:docMk/>
            <pc:sldMk cId="2148961898" sldId="279"/>
            <ac:spMk id="11" creationId="{A8384FB5-9ADC-4DDC-881B-597D56F5B15D}"/>
          </ac:spMkLst>
        </pc:spChg>
        <pc:spChg chg="add del">
          <ac:chgData name="Török Péter" userId="04e8747b-4df8-49ce-bbf4-696a77217e55" providerId="ADAL" clId="{A8F3C087-207E-418D-BAD6-6CDC94D14E86}" dt="2026-05-10T17:44:00.365" v="1383" actId="26606"/>
          <ac:spMkLst>
            <pc:docMk/>
            <pc:sldMk cId="2148961898" sldId="279"/>
            <ac:spMk id="13" creationId="{91E5A9A7-95C6-4F4F-B00E-C82E07FE62EF}"/>
          </ac:spMkLst>
        </pc:spChg>
        <pc:spChg chg="add del">
          <ac:chgData name="Török Péter" userId="04e8747b-4df8-49ce-bbf4-696a77217e55" providerId="ADAL" clId="{A8F3C087-207E-418D-BAD6-6CDC94D14E86}" dt="2026-05-10T17:44:00.365" v="1383" actId="26606"/>
          <ac:spMkLst>
            <pc:docMk/>
            <pc:sldMk cId="2148961898" sldId="279"/>
            <ac:spMk id="15" creationId="{D07DD2DE-F619-49DD-B5E7-03A290FF4ED1}"/>
          </ac:spMkLst>
        </pc:spChg>
        <pc:spChg chg="add del">
          <ac:chgData name="Török Péter" userId="04e8747b-4df8-49ce-bbf4-696a77217e55" providerId="ADAL" clId="{A8F3C087-207E-418D-BAD6-6CDC94D14E86}" dt="2026-05-10T17:44:00.365" v="1383" actId="26606"/>
          <ac:spMkLst>
            <pc:docMk/>
            <pc:sldMk cId="2148961898" sldId="279"/>
            <ac:spMk id="17" creationId="{85149191-5F60-4A28-AAFF-039F96B0F3EC}"/>
          </ac:spMkLst>
        </pc:spChg>
        <pc:spChg chg="add del">
          <ac:chgData name="Török Péter" userId="04e8747b-4df8-49ce-bbf4-696a77217e55" providerId="ADAL" clId="{A8F3C087-207E-418D-BAD6-6CDC94D14E86}" dt="2026-05-10T17:44:00.365" v="1383" actId="26606"/>
          <ac:spMkLst>
            <pc:docMk/>
            <pc:sldMk cId="2148961898" sldId="279"/>
            <ac:spMk id="19" creationId="{F8260ED5-17F7-4158-B241-D51DD4CF1B7E}"/>
          </ac:spMkLst>
        </pc:spChg>
        <pc:spChg chg="add del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24" creationId="{2151139A-886F-4B97-8815-729AD3831BBD}"/>
          </ac:spMkLst>
        </pc:spChg>
        <pc:spChg chg="add del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26" creationId="{5428AC11-BFDF-42EF-80FF-717BBF909067}"/>
          </ac:spMkLst>
        </pc:spChg>
        <pc:spChg chg="add del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28" creationId="{2CC56AF6-38E4-490B-8E2B-1A1037B4EDD4}"/>
          </ac:spMkLst>
        </pc:spChg>
        <pc:spChg chg="add del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30" creationId="{2339A6F5-AD6A-4D80-8AD9-6290D13AC49F}"/>
          </ac:spMkLst>
        </pc:spChg>
        <pc:spChg chg="add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32" creationId="{2151139A-886F-4B97-8815-729AD3831BBD}"/>
          </ac:spMkLst>
        </pc:spChg>
        <pc:spChg chg="add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33" creationId="{AB5E08C4-8CDD-4623-A5B8-E998C6DEE3B7}"/>
          </ac:spMkLst>
        </pc:spChg>
        <pc:spChg chg="add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34" creationId="{15F33878-D502-4FFA-8ACE-F2AECDB2A23F}"/>
          </ac:spMkLst>
        </pc:spChg>
        <pc:spChg chg="add del">
          <ac:chgData name="Török Péter" userId="04e8747b-4df8-49ce-bbf4-696a77217e55" providerId="ADAL" clId="{A8F3C087-207E-418D-BAD6-6CDC94D14E86}" dt="2026-05-10T17:45:05.732" v="1394" actId="26606"/>
          <ac:spMkLst>
            <pc:docMk/>
            <pc:sldMk cId="2148961898" sldId="279"/>
            <ac:spMk id="35" creationId="{2151139A-886F-4B97-8815-729AD3831BBD}"/>
          </ac:spMkLst>
        </pc:spChg>
        <pc:spChg chg="add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36" creationId="{D3539FEE-81D3-4406-802E-60B20B16F4F6}"/>
          </ac:spMkLst>
        </pc:spChg>
        <pc:spChg chg="add del">
          <ac:chgData name="Török Péter" userId="04e8747b-4df8-49ce-bbf4-696a77217e55" providerId="ADAL" clId="{A8F3C087-207E-418D-BAD6-6CDC94D14E86}" dt="2026-05-10T17:45:05.732" v="1394" actId="26606"/>
          <ac:spMkLst>
            <pc:docMk/>
            <pc:sldMk cId="2148961898" sldId="279"/>
            <ac:spMk id="37" creationId="{5428AC11-BFDF-42EF-80FF-717BBF909067}"/>
          </ac:spMkLst>
        </pc:spChg>
        <pc:spChg chg="add">
          <ac:chgData name="Török Péter" userId="04e8747b-4df8-49ce-bbf4-696a77217e55" providerId="ADAL" clId="{A8F3C087-207E-418D-BAD6-6CDC94D14E86}" dt="2026-05-10T17:45:17.185" v="1401" actId="26606"/>
          <ac:spMkLst>
            <pc:docMk/>
            <pc:sldMk cId="2148961898" sldId="279"/>
            <ac:spMk id="38" creationId="{DC701763-729E-462F-A5A8-E0DEFEB1E2E4}"/>
          </ac:spMkLst>
        </pc:spChg>
        <pc:spChg chg="add del">
          <ac:chgData name="Török Péter" userId="04e8747b-4df8-49ce-bbf4-696a77217e55" providerId="ADAL" clId="{A8F3C087-207E-418D-BAD6-6CDC94D14E86}" dt="2026-05-10T17:45:05.732" v="1394" actId="26606"/>
          <ac:spMkLst>
            <pc:docMk/>
            <pc:sldMk cId="2148961898" sldId="279"/>
            <ac:spMk id="39" creationId="{2CC56AF6-38E4-490B-8E2B-1A1037B4EDD4}"/>
          </ac:spMkLst>
        </pc:spChg>
        <pc:spChg chg="add del">
          <ac:chgData name="Török Péter" userId="04e8747b-4df8-49ce-bbf4-696a77217e55" providerId="ADAL" clId="{A8F3C087-207E-418D-BAD6-6CDC94D14E86}" dt="2026-05-10T17:45:05.732" v="1394" actId="26606"/>
          <ac:spMkLst>
            <pc:docMk/>
            <pc:sldMk cId="2148961898" sldId="279"/>
            <ac:spMk id="41" creationId="{32FD26B0-16CE-4AD4-9CE4-A63EBF330831}"/>
          </ac:spMkLst>
        </pc:spChg>
        <pc:spChg chg="add del">
          <ac:chgData name="Török Péter" userId="04e8747b-4df8-49ce-bbf4-696a77217e55" providerId="ADAL" clId="{A8F3C087-207E-418D-BAD6-6CDC94D14E86}" dt="2026-05-10T17:45:07.874" v="1396" actId="26606"/>
          <ac:spMkLst>
            <pc:docMk/>
            <pc:sldMk cId="2148961898" sldId="279"/>
            <ac:spMk id="43" creationId="{2151139A-886F-4B97-8815-729AD3831BBD}"/>
          </ac:spMkLst>
        </pc:spChg>
        <pc:spChg chg="add del">
          <ac:chgData name="Török Péter" userId="04e8747b-4df8-49ce-bbf4-696a77217e55" providerId="ADAL" clId="{A8F3C087-207E-418D-BAD6-6CDC94D14E86}" dt="2026-05-10T17:45:07.874" v="1396" actId="26606"/>
          <ac:spMkLst>
            <pc:docMk/>
            <pc:sldMk cId="2148961898" sldId="279"/>
            <ac:spMk id="44" creationId="{5428AC11-BFDF-42EF-80FF-717BBF909067}"/>
          </ac:spMkLst>
        </pc:spChg>
        <pc:spChg chg="add del">
          <ac:chgData name="Török Péter" userId="04e8747b-4df8-49ce-bbf4-696a77217e55" providerId="ADAL" clId="{A8F3C087-207E-418D-BAD6-6CDC94D14E86}" dt="2026-05-10T17:45:07.874" v="1396" actId="26606"/>
          <ac:spMkLst>
            <pc:docMk/>
            <pc:sldMk cId="2148961898" sldId="279"/>
            <ac:spMk id="45" creationId="{2CC56AF6-38E4-490B-8E2B-1A1037B4EDD4}"/>
          </ac:spMkLst>
        </pc:spChg>
        <pc:spChg chg="add del">
          <ac:chgData name="Török Péter" userId="04e8747b-4df8-49ce-bbf4-696a77217e55" providerId="ADAL" clId="{A8F3C087-207E-418D-BAD6-6CDC94D14E86}" dt="2026-05-10T17:45:07.874" v="1396" actId="26606"/>
          <ac:spMkLst>
            <pc:docMk/>
            <pc:sldMk cId="2148961898" sldId="279"/>
            <ac:spMk id="46" creationId="{2339A6F5-AD6A-4D80-8AD9-6290D13AC49F}"/>
          </ac:spMkLst>
        </pc:spChg>
        <pc:picChg chg="add del mod ord">
          <ac:chgData name="Török Péter" userId="04e8747b-4df8-49ce-bbf4-696a77217e55" providerId="ADAL" clId="{A8F3C087-207E-418D-BAD6-6CDC94D14E86}" dt="2026-05-10T17:44:22.738" v="1387" actId="478"/>
          <ac:picMkLst>
            <pc:docMk/>
            <pc:sldMk cId="2148961898" sldId="279"/>
            <ac:picMk id="6" creationId="{2678BD38-7567-6882-C79B-A917C85894CA}"/>
          </ac:picMkLst>
        </pc:picChg>
        <pc:picChg chg="add del mod">
          <ac:chgData name="Török Péter" userId="04e8747b-4df8-49ce-bbf4-696a77217e55" providerId="ADAL" clId="{A8F3C087-207E-418D-BAD6-6CDC94D14E86}" dt="2026-05-10T17:44:22.127" v="1386" actId="478"/>
          <ac:picMkLst>
            <pc:docMk/>
            <pc:sldMk cId="2148961898" sldId="279"/>
            <ac:picMk id="8" creationId="{9B6C9D59-7C95-35C7-A727-C0D15C80194A}"/>
          </ac:picMkLst>
        </pc:picChg>
        <pc:picChg chg="add mod ord">
          <ac:chgData name="Török Péter" userId="04e8747b-4df8-49ce-bbf4-696a77217e55" providerId="ADAL" clId="{A8F3C087-207E-418D-BAD6-6CDC94D14E86}" dt="2026-05-10T17:45:26.939" v="1405" actId="1076"/>
          <ac:picMkLst>
            <pc:docMk/>
            <pc:sldMk cId="2148961898" sldId="279"/>
            <ac:picMk id="14" creationId="{77B41904-1400-A5CB-49ED-32C779CD34F0}"/>
          </ac:picMkLst>
        </pc:picChg>
        <pc:picChg chg="add mod ord">
          <ac:chgData name="Török Péter" userId="04e8747b-4df8-49ce-bbf4-696a77217e55" providerId="ADAL" clId="{A8F3C087-207E-418D-BAD6-6CDC94D14E86}" dt="2026-05-10T17:45:36.571" v="1408" actId="1076"/>
          <ac:picMkLst>
            <pc:docMk/>
            <pc:sldMk cId="2148961898" sldId="279"/>
            <ac:picMk id="18" creationId="{F32F8FB9-2708-242E-7CEE-3AAE70474367}"/>
          </ac:picMkLst>
        </pc:picChg>
        <pc:picChg chg="add del mod">
          <ac:chgData name="Török Péter" userId="04e8747b-4df8-49ce-bbf4-696a77217e55" providerId="ADAL" clId="{A8F3C087-207E-418D-BAD6-6CDC94D14E86}" dt="2026-05-10T17:43:10.436" v="1374" actId="478"/>
          <ac:picMkLst>
            <pc:docMk/>
            <pc:sldMk cId="2148961898" sldId="279"/>
            <ac:picMk id="3074" creationId="{EA241C59-5F5E-E4A3-CE91-0DAC580D4C89}"/>
          </ac:picMkLst>
        </pc:picChg>
      </pc:sldChg>
      <pc:sldChg chg="addSp delSp modSp new mod setBg">
        <pc:chgData name="Török Péter" userId="04e8747b-4df8-49ce-bbf4-696a77217e55" providerId="ADAL" clId="{A8F3C087-207E-418D-BAD6-6CDC94D14E86}" dt="2026-05-10T17:46:39.465" v="1485" actId="26606"/>
        <pc:sldMkLst>
          <pc:docMk/>
          <pc:sldMk cId="2204337412" sldId="280"/>
        </pc:sldMkLst>
        <pc:spChg chg="mod">
          <ac:chgData name="Török Péter" userId="04e8747b-4df8-49ce-bbf4-696a77217e55" providerId="ADAL" clId="{A8F3C087-207E-418D-BAD6-6CDC94D14E86}" dt="2026-05-10T17:46:39.465" v="1485" actId="26606"/>
          <ac:spMkLst>
            <pc:docMk/>
            <pc:sldMk cId="2204337412" sldId="280"/>
            <ac:spMk id="2" creationId="{2B40C9EB-AA55-9496-876D-DBA569AB69ED}"/>
          </ac:spMkLst>
        </pc:spChg>
        <pc:spChg chg="del mod">
          <ac:chgData name="Török Péter" userId="04e8747b-4df8-49ce-bbf4-696a77217e55" providerId="ADAL" clId="{A8F3C087-207E-418D-BAD6-6CDC94D14E86}" dt="2026-05-10T17:46:39.465" v="1485" actId="26606"/>
          <ac:spMkLst>
            <pc:docMk/>
            <pc:sldMk cId="2204337412" sldId="280"/>
            <ac:spMk id="3" creationId="{E7D98597-DED4-C750-AEB8-945C0F35647C}"/>
          </ac:spMkLst>
        </pc:spChg>
        <pc:spChg chg="add">
          <ac:chgData name="Török Péter" userId="04e8747b-4df8-49ce-bbf4-696a77217e55" providerId="ADAL" clId="{A8F3C087-207E-418D-BAD6-6CDC94D14E86}" dt="2026-05-10T17:46:39.465" v="1485" actId="26606"/>
          <ac:spMkLst>
            <pc:docMk/>
            <pc:sldMk cId="2204337412" sldId="280"/>
            <ac:spMk id="9" creationId="{BACC6370-2D7E-4714-9D71-7542949D7D5D}"/>
          </ac:spMkLst>
        </pc:spChg>
        <pc:spChg chg="add">
          <ac:chgData name="Török Péter" userId="04e8747b-4df8-49ce-bbf4-696a77217e55" providerId="ADAL" clId="{A8F3C087-207E-418D-BAD6-6CDC94D14E86}" dt="2026-05-10T17:46:39.465" v="1485" actId="26606"/>
          <ac:spMkLst>
            <pc:docMk/>
            <pc:sldMk cId="2204337412" sldId="280"/>
            <ac:spMk id="11" creationId="{F68B3F68-107C-434F-AA38-110D5EA91B85}"/>
          </ac:spMkLst>
        </pc:spChg>
        <pc:spChg chg="add">
          <ac:chgData name="Török Péter" userId="04e8747b-4df8-49ce-bbf4-696a77217e55" providerId="ADAL" clId="{A8F3C087-207E-418D-BAD6-6CDC94D14E86}" dt="2026-05-10T17:46:39.465" v="1485" actId="26606"/>
          <ac:spMkLst>
            <pc:docMk/>
            <pc:sldMk cId="2204337412" sldId="280"/>
            <ac:spMk id="13" creationId="{AAD0DBB9-1A4B-4391-81D4-CB19F9AB918A}"/>
          </ac:spMkLst>
        </pc:spChg>
        <pc:spChg chg="add">
          <ac:chgData name="Török Péter" userId="04e8747b-4df8-49ce-bbf4-696a77217e55" providerId="ADAL" clId="{A8F3C087-207E-418D-BAD6-6CDC94D14E86}" dt="2026-05-10T17:46:39.465" v="1485" actId="26606"/>
          <ac:spMkLst>
            <pc:docMk/>
            <pc:sldMk cId="2204337412" sldId="280"/>
            <ac:spMk id="15" creationId="{063BBA22-50EA-4C4D-BE05-F1CE4E63AA56}"/>
          </ac:spMkLst>
        </pc:spChg>
        <pc:graphicFrameChg chg="add">
          <ac:chgData name="Török Péter" userId="04e8747b-4df8-49ce-bbf4-696a77217e55" providerId="ADAL" clId="{A8F3C087-207E-418D-BAD6-6CDC94D14E86}" dt="2026-05-10T17:46:39.465" v="1485" actId="26606"/>
          <ac:graphicFrameMkLst>
            <pc:docMk/>
            <pc:sldMk cId="2204337412" sldId="280"/>
            <ac:graphicFrameMk id="5" creationId="{72B0F74B-DDB1-71D0-B490-12DEEF4D9971}"/>
          </ac:graphicFrameMkLst>
        </pc:graphicFrameChg>
      </pc:sldChg>
      <pc:sldChg chg="addSp delSp modSp new mod setBg">
        <pc:chgData name="Török Péter" userId="04e8747b-4df8-49ce-bbf4-696a77217e55" providerId="ADAL" clId="{A8F3C087-207E-418D-BAD6-6CDC94D14E86}" dt="2026-05-10T17:47:05.869" v="1509" actId="20577"/>
        <pc:sldMkLst>
          <pc:docMk/>
          <pc:sldMk cId="1582265940" sldId="281"/>
        </pc:sldMkLst>
        <pc:spChg chg="mod">
          <ac:chgData name="Török Péter" userId="04e8747b-4df8-49ce-bbf4-696a77217e55" providerId="ADAL" clId="{A8F3C087-207E-418D-BAD6-6CDC94D14E86}" dt="2026-05-10T17:47:05.869" v="1509" actId="20577"/>
          <ac:spMkLst>
            <pc:docMk/>
            <pc:sldMk cId="1582265940" sldId="281"/>
            <ac:spMk id="2" creationId="{FB904F37-7BE0-7F97-3588-DF44DBB20167}"/>
          </ac:spMkLst>
        </pc:spChg>
        <pc:spChg chg="del">
          <ac:chgData name="Török Péter" userId="04e8747b-4df8-49ce-bbf4-696a77217e55" providerId="ADAL" clId="{A8F3C087-207E-418D-BAD6-6CDC94D14E86}" dt="2026-05-10T17:47:01.121" v="1508" actId="26606"/>
          <ac:spMkLst>
            <pc:docMk/>
            <pc:sldMk cId="1582265940" sldId="281"/>
            <ac:spMk id="3" creationId="{9EA93F8A-B395-AF39-4A0D-4BB14169DA88}"/>
          </ac:spMkLst>
        </pc:spChg>
        <pc:spChg chg="add">
          <ac:chgData name="Török Péter" userId="04e8747b-4df8-49ce-bbf4-696a77217e55" providerId="ADAL" clId="{A8F3C087-207E-418D-BAD6-6CDC94D14E86}" dt="2026-05-10T17:47:01.121" v="1508" actId="26606"/>
          <ac:spMkLst>
            <pc:docMk/>
            <pc:sldMk cId="1582265940" sldId="281"/>
            <ac:spMk id="8" creationId="{1A3C89F8-0D2F-47FF-B903-151248265F47}"/>
          </ac:spMkLst>
        </pc:spChg>
        <pc:spChg chg="add">
          <ac:chgData name="Török Péter" userId="04e8747b-4df8-49ce-bbf4-696a77217e55" providerId="ADAL" clId="{A8F3C087-207E-418D-BAD6-6CDC94D14E86}" dt="2026-05-10T17:47:01.121" v="1508" actId="26606"/>
          <ac:spMkLst>
            <pc:docMk/>
            <pc:sldMk cId="1582265940" sldId="281"/>
            <ac:spMk id="10" creationId="{C5CB530E-515E-412C-9DF1-5F8FFBD6F383}"/>
          </ac:spMkLst>
        </pc:spChg>
        <pc:spChg chg="add">
          <ac:chgData name="Török Péter" userId="04e8747b-4df8-49ce-bbf4-696a77217e55" providerId="ADAL" clId="{A8F3C087-207E-418D-BAD6-6CDC94D14E86}" dt="2026-05-10T17:47:01.121" v="1508" actId="26606"/>
          <ac:spMkLst>
            <pc:docMk/>
            <pc:sldMk cId="1582265940" sldId="281"/>
            <ac:spMk id="12" creationId="{712D4376-A578-4FF1-94FC-245E7A6A489F}"/>
          </ac:spMkLst>
        </pc:spChg>
        <pc:spChg chg="add">
          <ac:chgData name="Török Péter" userId="04e8747b-4df8-49ce-bbf4-696a77217e55" providerId="ADAL" clId="{A8F3C087-207E-418D-BAD6-6CDC94D14E86}" dt="2026-05-10T17:47:01.121" v="1508" actId="26606"/>
          <ac:spMkLst>
            <pc:docMk/>
            <pc:sldMk cId="1582265940" sldId="281"/>
            <ac:spMk id="14" creationId="{AEA7509D-F04F-40CB-A0B3-EEF16499CC9F}"/>
          </ac:spMkLst>
        </pc:spChg>
        <pc:spChg chg="add">
          <ac:chgData name="Török Péter" userId="04e8747b-4df8-49ce-bbf4-696a77217e55" providerId="ADAL" clId="{A8F3C087-207E-418D-BAD6-6CDC94D14E86}" dt="2026-05-10T17:47:01.121" v="1508" actId="26606"/>
          <ac:spMkLst>
            <pc:docMk/>
            <pc:sldMk cId="1582265940" sldId="281"/>
            <ac:spMk id="18" creationId="{508BEF50-7B1E-49A4-BC19-5F4F1D755E64}"/>
          </ac:spMkLst>
        </pc:spChg>
        <pc:spChg chg="add">
          <ac:chgData name="Török Péter" userId="04e8747b-4df8-49ce-bbf4-696a77217e55" providerId="ADAL" clId="{A8F3C087-207E-418D-BAD6-6CDC94D14E86}" dt="2026-05-10T17:47:01.121" v="1508" actId="26606"/>
          <ac:spMkLst>
            <pc:docMk/>
            <pc:sldMk cId="1582265940" sldId="281"/>
            <ac:spMk id="20" creationId="{3FBAD350-5664-4811-A208-657FB882D350}"/>
          </ac:spMkLst>
        </pc:spChg>
        <pc:spChg chg="add">
          <ac:chgData name="Török Péter" userId="04e8747b-4df8-49ce-bbf4-696a77217e55" providerId="ADAL" clId="{A8F3C087-207E-418D-BAD6-6CDC94D14E86}" dt="2026-05-10T17:47:01.121" v="1508" actId="26606"/>
          <ac:spMkLst>
            <pc:docMk/>
            <pc:sldMk cId="1582265940" sldId="281"/>
            <ac:spMk id="22" creationId="{C39ADB8F-D187-49D7-BDCF-C1B6DC727068}"/>
          </ac:spMkLst>
        </pc:spChg>
        <pc:cxnChg chg="add">
          <ac:chgData name="Török Péter" userId="04e8747b-4df8-49ce-bbf4-696a77217e55" providerId="ADAL" clId="{A8F3C087-207E-418D-BAD6-6CDC94D14E86}" dt="2026-05-10T17:47:01.121" v="1508" actId="26606"/>
          <ac:cxnSpMkLst>
            <pc:docMk/>
            <pc:sldMk cId="1582265940" sldId="281"/>
            <ac:cxnSpMk id="16" creationId="{56020367-4FD5-4596-8E10-C5F095CD8DBF}"/>
          </ac:cxnSpMkLst>
        </pc:cxnChg>
      </pc:sldChg>
    </pc:docChg>
  </pc:docChgLst>
  <pc:docChgLst>
    <pc:chgData name="Szekeres Rafael Alex" userId="S::szekeresrafaelalex@turr.hu::51d5b600-aed5-4aec-b388-8260ac7905c5" providerId="AD" clId="Web-{03FDF296-E28A-5006-6B30-EF0681596020}"/>
    <pc:docChg chg="modSld">
      <pc:chgData name="Szekeres Rafael Alex" userId="S::szekeresrafaelalex@turr.hu::51d5b600-aed5-4aec-b388-8260ac7905c5" providerId="AD" clId="Web-{03FDF296-E28A-5006-6B30-EF0681596020}" dt="2026-04-26T14:04:32.982" v="2" actId="20577"/>
      <pc:docMkLst>
        <pc:docMk/>
      </pc:docMkLst>
      <pc:sldChg chg="modSp">
        <pc:chgData name="Szekeres Rafael Alex" userId="S::szekeresrafaelalex@turr.hu::51d5b600-aed5-4aec-b388-8260ac7905c5" providerId="AD" clId="Web-{03FDF296-E28A-5006-6B30-EF0681596020}" dt="2026-04-26T14:04:32.982" v="2" actId="20577"/>
        <pc:sldMkLst>
          <pc:docMk/>
          <pc:sldMk cId="1542166622" sldId="260"/>
        </pc:sldMkLst>
        <pc:spChg chg="mod">
          <ac:chgData name="Szekeres Rafael Alex" userId="S::szekeresrafaelalex@turr.hu::51d5b600-aed5-4aec-b388-8260ac7905c5" providerId="AD" clId="Web-{03FDF296-E28A-5006-6B30-EF0681596020}" dt="2026-04-26T14:04:32.982" v="2" actId="20577"/>
          <ac:spMkLst>
            <pc:docMk/>
            <pc:sldMk cId="1542166622" sldId="260"/>
            <ac:spMk id="3" creationId="{F5A59FFE-4BF0-1D62-5737-51892E39445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44C4F4-215E-4879-B26B-189652D06190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E23EA32-54F7-428E-948D-ED8BEBDBC5F3}">
      <dgm:prSet/>
      <dgm:spPr/>
      <dgm:t>
        <a:bodyPr/>
        <a:lstStyle/>
        <a:p>
          <a:r>
            <a:rPr lang="hu-HU" dirty="0"/>
            <a:t>Baja(központ)</a:t>
          </a:r>
          <a:endParaRPr lang="en-US" dirty="0"/>
        </a:p>
      </dgm:t>
    </dgm:pt>
    <dgm:pt modelId="{70851CD5-5BE1-4806-9578-D6FE78ECAE3A}" type="parTrans" cxnId="{B3906595-4784-4E75-804A-1FAE95529FF3}">
      <dgm:prSet/>
      <dgm:spPr/>
      <dgm:t>
        <a:bodyPr/>
        <a:lstStyle/>
        <a:p>
          <a:endParaRPr lang="en-US"/>
        </a:p>
      </dgm:t>
    </dgm:pt>
    <dgm:pt modelId="{4BF7DA8F-676B-4931-8E5B-CE2F17560170}" type="sibTrans" cxnId="{B3906595-4784-4E75-804A-1FAE95529FF3}">
      <dgm:prSet/>
      <dgm:spPr/>
      <dgm:t>
        <a:bodyPr/>
        <a:lstStyle/>
        <a:p>
          <a:endParaRPr lang="en-US"/>
        </a:p>
      </dgm:t>
    </dgm:pt>
    <dgm:pt modelId="{DEC2781E-01F4-464F-91BB-AA932266562F}">
      <dgm:prSet/>
      <dgm:spPr/>
      <dgm:t>
        <a:bodyPr/>
        <a:lstStyle/>
        <a:p>
          <a:r>
            <a:rPr lang="hu-HU"/>
            <a:t>Budapest</a:t>
          </a:r>
          <a:endParaRPr lang="en-US"/>
        </a:p>
      </dgm:t>
    </dgm:pt>
    <dgm:pt modelId="{52D709D1-2C33-4A30-9315-CB1554F012BA}" type="parTrans" cxnId="{1BF0EB79-AF83-4817-8726-804F6D8AFA20}">
      <dgm:prSet/>
      <dgm:spPr/>
      <dgm:t>
        <a:bodyPr/>
        <a:lstStyle/>
        <a:p>
          <a:endParaRPr lang="en-US"/>
        </a:p>
      </dgm:t>
    </dgm:pt>
    <dgm:pt modelId="{BF5CF8E3-0223-48E0-ABC2-D02DCE87B1DD}" type="sibTrans" cxnId="{1BF0EB79-AF83-4817-8726-804F6D8AFA20}">
      <dgm:prSet/>
      <dgm:spPr/>
      <dgm:t>
        <a:bodyPr/>
        <a:lstStyle/>
        <a:p>
          <a:endParaRPr lang="en-US"/>
        </a:p>
      </dgm:t>
    </dgm:pt>
    <dgm:pt modelId="{1038E739-710B-486F-BF2D-74A6AA158EB6}">
      <dgm:prSet/>
      <dgm:spPr/>
      <dgm:t>
        <a:bodyPr/>
        <a:lstStyle/>
        <a:p>
          <a:r>
            <a:rPr lang="hu-HU"/>
            <a:t>Debrecen</a:t>
          </a:r>
          <a:endParaRPr lang="en-US"/>
        </a:p>
      </dgm:t>
    </dgm:pt>
    <dgm:pt modelId="{CC7115B8-2E56-4945-BB1E-BF8F271E5773}" type="parTrans" cxnId="{1B90E69E-56D6-4618-ADE9-D948BF895E8E}">
      <dgm:prSet/>
      <dgm:spPr/>
      <dgm:t>
        <a:bodyPr/>
        <a:lstStyle/>
        <a:p>
          <a:endParaRPr lang="en-US"/>
        </a:p>
      </dgm:t>
    </dgm:pt>
    <dgm:pt modelId="{C83AE016-ED2C-4319-99D8-26AAB76AEBDA}" type="sibTrans" cxnId="{1B90E69E-56D6-4618-ADE9-D948BF895E8E}">
      <dgm:prSet/>
      <dgm:spPr/>
      <dgm:t>
        <a:bodyPr/>
        <a:lstStyle/>
        <a:p>
          <a:endParaRPr lang="en-US"/>
        </a:p>
      </dgm:t>
    </dgm:pt>
    <dgm:pt modelId="{DCAA8CC6-9F1F-4704-9FB8-93D1368265B5}">
      <dgm:prSet/>
      <dgm:spPr/>
      <dgm:t>
        <a:bodyPr/>
        <a:lstStyle/>
        <a:p>
          <a:r>
            <a:rPr lang="hu-HU"/>
            <a:t>Győr</a:t>
          </a:r>
          <a:endParaRPr lang="en-US"/>
        </a:p>
      </dgm:t>
    </dgm:pt>
    <dgm:pt modelId="{BB56D552-2580-41E9-A2AE-8868C94E8E29}" type="parTrans" cxnId="{A084FB1D-B6DC-41D4-943D-D24B080B0F30}">
      <dgm:prSet/>
      <dgm:spPr/>
      <dgm:t>
        <a:bodyPr/>
        <a:lstStyle/>
        <a:p>
          <a:endParaRPr lang="en-US"/>
        </a:p>
      </dgm:t>
    </dgm:pt>
    <dgm:pt modelId="{65258B6B-0DF2-415A-86E8-DB5A6DBE4A79}" type="sibTrans" cxnId="{A084FB1D-B6DC-41D4-943D-D24B080B0F30}">
      <dgm:prSet/>
      <dgm:spPr/>
      <dgm:t>
        <a:bodyPr/>
        <a:lstStyle/>
        <a:p>
          <a:endParaRPr lang="en-US"/>
        </a:p>
      </dgm:t>
    </dgm:pt>
    <dgm:pt modelId="{0B4E6802-5F58-4D31-A90D-BD91D7FBCF72}" type="pres">
      <dgm:prSet presAssocID="{4F44C4F4-215E-4879-B26B-189652D0619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B5D0246-FF13-44FA-BE98-BDDC2B9F2BFC}" type="pres">
      <dgm:prSet presAssocID="{5E23EA32-54F7-428E-948D-ED8BEBDBC5F3}" presName="root" presStyleCnt="0"/>
      <dgm:spPr/>
    </dgm:pt>
    <dgm:pt modelId="{C7CC217B-56E9-4F0F-B837-CED2C606B03C}" type="pres">
      <dgm:prSet presAssocID="{5E23EA32-54F7-428E-948D-ED8BEBDBC5F3}" presName="rootComposite" presStyleCnt="0"/>
      <dgm:spPr/>
    </dgm:pt>
    <dgm:pt modelId="{E89A4E70-3BDD-468E-A41B-2940528DD526}" type="pres">
      <dgm:prSet presAssocID="{5E23EA32-54F7-428E-948D-ED8BEBDBC5F3}" presName="rootText" presStyleLbl="node1" presStyleIdx="0" presStyleCnt="4"/>
      <dgm:spPr/>
    </dgm:pt>
    <dgm:pt modelId="{3CE7B73C-BF98-4C22-A208-4FDE3609F5DC}" type="pres">
      <dgm:prSet presAssocID="{5E23EA32-54F7-428E-948D-ED8BEBDBC5F3}" presName="rootConnector" presStyleLbl="node1" presStyleIdx="0" presStyleCnt="4"/>
      <dgm:spPr/>
    </dgm:pt>
    <dgm:pt modelId="{6F46D678-CDF8-4F43-AB82-789CF9B28A3C}" type="pres">
      <dgm:prSet presAssocID="{5E23EA32-54F7-428E-948D-ED8BEBDBC5F3}" presName="childShape" presStyleCnt="0"/>
      <dgm:spPr/>
    </dgm:pt>
    <dgm:pt modelId="{9E4EFD77-F6B8-43CD-B555-997007635639}" type="pres">
      <dgm:prSet presAssocID="{DEC2781E-01F4-464F-91BB-AA932266562F}" presName="root" presStyleCnt="0"/>
      <dgm:spPr/>
    </dgm:pt>
    <dgm:pt modelId="{00D49972-86DF-40E3-93CC-5B710B1A1D96}" type="pres">
      <dgm:prSet presAssocID="{DEC2781E-01F4-464F-91BB-AA932266562F}" presName="rootComposite" presStyleCnt="0"/>
      <dgm:spPr/>
    </dgm:pt>
    <dgm:pt modelId="{88B1A13D-5B26-403E-9650-9ECAD0C0A655}" type="pres">
      <dgm:prSet presAssocID="{DEC2781E-01F4-464F-91BB-AA932266562F}" presName="rootText" presStyleLbl="node1" presStyleIdx="1" presStyleCnt="4"/>
      <dgm:spPr/>
    </dgm:pt>
    <dgm:pt modelId="{970D950B-994B-477A-8F8F-5C571FA4FFBA}" type="pres">
      <dgm:prSet presAssocID="{DEC2781E-01F4-464F-91BB-AA932266562F}" presName="rootConnector" presStyleLbl="node1" presStyleIdx="1" presStyleCnt="4"/>
      <dgm:spPr/>
    </dgm:pt>
    <dgm:pt modelId="{D0041BC8-BA36-4A47-8678-0BF67005DD5E}" type="pres">
      <dgm:prSet presAssocID="{DEC2781E-01F4-464F-91BB-AA932266562F}" presName="childShape" presStyleCnt="0"/>
      <dgm:spPr/>
    </dgm:pt>
    <dgm:pt modelId="{3FDAAEFE-24A6-45B0-8155-781BBEE2AE72}" type="pres">
      <dgm:prSet presAssocID="{1038E739-710B-486F-BF2D-74A6AA158EB6}" presName="root" presStyleCnt="0"/>
      <dgm:spPr/>
    </dgm:pt>
    <dgm:pt modelId="{78CC70F1-2952-48A2-B20E-F426F1871EC4}" type="pres">
      <dgm:prSet presAssocID="{1038E739-710B-486F-BF2D-74A6AA158EB6}" presName="rootComposite" presStyleCnt="0"/>
      <dgm:spPr/>
    </dgm:pt>
    <dgm:pt modelId="{5001D10C-23BF-4951-BDAA-B0FFF98DF495}" type="pres">
      <dgm:prSet presAssocID="{1038E739-710B-486F-BF2D-74A6AA158EB6}" presName="rootText" presStyleLbl="node1" presStyleIdx="2" presStyleCnt="4"/>
      <dgm:spPr/>
    </dgm:pt>
    <dgm:pt modelId="{B3F8F8D3-C072-4FBE-B50D-5EA5CD1600BA}" type="pres">
      <dgm:prSet presAssocID="{1038E739-710B-486F-BF2D-74A6AA158EB6}" presName="rootConnector" presStyleLbl="node1" presStyleIdx="2" presStyleCnt="4"/>
      <dgm:spPr/>
    </dgm:pt>
    <dgm:pt modelId="{AAC8ED7E-B22C-47D7-BA09-A700A1E8E3DF}" type="pres">
      <dgm:prSet presAssocID="{1038E739-710B-486F-BF2D-74A6AA158EB6}" presName="childShape" presStyleCnt="0"/>
      <dgm:spPr/>
    </dgm:pt>
    <dgm:pt modelId="{9669AE9F-17F8-41AB-88B2-3F2A2805F3B8}" type="pres">
      <dgm:prSet presAssocID="{DCAA8CC6-9F1F-4704-9FB8-93D1368265B5}" presName="root" presStyleCnt="0"/>
      <dgm:spPr/>
    </dgm:pt>
    <dgm:pt modelId="{076756F1-C484-423E-8011-53070D795A7F}" type="pres">
      <dgm:prSet presAssocID="{DCAA8CC6-9F1F-4704-9FB8-93D1368265B5}" presName="rootComposite" presStyleCnt="0"/>
      <dgm:spPr/>
    </dgm:pt>
    <dgm:pt modelId="{30955532-5F14-4654-8562-99E6042FF54C}" type="pres">
      <dgm:prSet presAssocID="{DCAA8CC6-9F1F-4704-9FB8-93D1368265B5}" presName="rootText" presStyleLbl="node1" presStyleIdx="3" presStyleCnt="4"/>
      <dgm:spPr/>
    </dgm:pt>
    <dgm:pt modelId="{4BFC262A-6EEF-4E20-9A1A-0FA33638AF28}" type="pres">
      <dgm:prSet presAssocID="{DCAA8CC6-9F1F-4704-9FB8-93D1368265B5}" presName="rootConnector" presStyleLbl="node1" presStyleIdx="3" presStyleCnt="4"/>
      <dgm:spPr/>
    </dgm:pt>
    <dgm:pt modelId="{F279E17C-F6E2-4211-BF94-F4C737798EA7}" type="pres">
      <dgm:prSet presAssocID="{DCAA8CC6-9F1F-4704-9FB8-93D1368265B5}" presName="childShape" presStyleCnt="0"/>
      <dgm:spPr/>
    </dgm:pt>
  </dgm:ptLst>
  <dgm:cxnLst>
    <dgm:cxn modelId="{A084FB1D-B6DC-41D4-943D-D24B080B0F30}" srcId="{4F44C4F4-215E-4879-B26B-189652D06190}" destId="{DCAA8CC6-9F1F-4704-9FB8-93D1368265B5}" srcOrd="3" destOrd="0" parTransId="{BB56D552-2580-41E9-A2AE-8868C94E8E29}" sibTransId="{65258B6B-0DF2-415A-86E8-DB5A6DBE4A79}"/>
    <dgm:cxn modelId="{AAA71029-8894-4029-973C-8174E5F55821}" type="presOf" srcId="{5E23EA32-54F7-428E-948D-ED8BEBDBC5F3}" destId="{E89A4E70-3BDD-468E-A41B-2940528DD526}" srcOrd="0" destOrd="0" presId="urn:microsoft.com/office/officeart/2005/8/layout/hierarchy3"/>
    <dgm:cxn modelId="{78F37A29-B874-4544-9EBA-BB186A11680A}" type="presOf" srcId="{1038E739-710B-486F-BF2D-74A6AA158EB6}" destId="{5001D10C-23BF-4951-BDAA-B0FFF98DF495}" srcOrd="0" destOrd="0" presId="urn:microsoft.com/office/officeart/2005/8/layout/hierarchy3"/>
    <dgm:cxn modelId="{B5652644-5CBB-46FF-BCAD-8997CE943239}" type="presOf" srcId="{5E23EA32-54F7-428E-948D-ED8BEBDBC5F3}" destId="{3CE7B73C-BF98-4C22-A208-4FDE3609F5DC}" srcOrd="1" destOrd="0" presId="urn:microsoft.com/office/officeart/2005/8/layout/hierarchy3"/>
    <dgm:cxn modelId="{78FD944A-4958-4750-8A52-DD05ED106539}" type="presOf" srcId="{1038E739-710B-486F-BF2D-74A6AA158EB6}" destId="{B3F8F8D3-C072-4FBE-B50D-5EA5CD1600BA}" srcOrd="1" destOrd="0" presId="urn:microsoft.com/office/officeart/2005/8/layout/hierarchy3"/>
    <dgm:cxn modelId="{4D8CF34B-AAEE-422C-9E69-0034CF6888C9}" type="presOf" srcId="{DEC2781E-01F4-464F-91BB-AA932266562F}" destId="{970D950B-994B-477A-8F8F-5C571FA4FFBA}" srcOrd="1" destOrd="0" presId="urn:microsoft.com/office/officeart/2005/8/layout/hierarchy3"/>
    <dgm:cxn modelId="{96F6A153-91FD-48CA-BB24-AEBBC51F50FE}" type="presOf" srcId="{DCAA8CC6-9F1F-4704-9FB8-93D1368265B5}" destId="{30955532-5F14-4654-8562-99E6042FF54C}" srcOrd="0" destOrd="0" presId="urn:microsoft.com/office/officeart/2005/8/layout/hierarchy3"/>
    <dgm:cxn modelId="{1BF0EB79-AF83-4817-8726-804F6D8AFA20}" srcId="{4F44C4F4-215E-4879-B26B-189652D06190}" destId="{DEC2781E-01F4-464F-91BB-AA932266562F}" srcOrd="1" destOrd="0" parTransId="{52D709D1-2C33-4A30-9315-CB1554F012BA}" sibTransId="{BF5CF8E3-0223-48E0-ABC2-D02DCE87B1DD}"/>
    <dgm:cxn modelId="{B3906595-4784-4E75-804A-1FAE95529FF3}" srcId="{4F44C4F4-215E-4879-B26B-189652D06190}" destId="{5E23EA32-54F7-428E-948D-ED8BEBDBC5F3}" srcOrd="0" destOrd="0" parTransId="{70851CD5-5BE1-4806-9578-D6FE78ECAE3A}" sibTransId="{4BF7DA8F-676B-4931-8E5B-CE2F17560170}"/>
    <dgm:cxn modelId="{3141579B-2B5D-48F0-BB60-0C3BCD61A29F}" type="presOf" srcId="{DCAA8CC6-9F1F-4704-9FB8-93D1368265B5}" destId="{4BFC262A-6EEF-4E20-9A1A-0FA33638AF28}" srcOrd="1" destOrd="0" presId="urn:microsoft.com/office/officeart/2005/8/layout/hierarchy3"/>
    <dgm:cxn modelId="{1B90E69E-56D6-4618-ADE9-D948BF895E8E}" srcId="{4F44C4F4-215E-4879-B26B-189652D06190}" destId="{1038E739-710B-486F-BF2D-74A6AA158EB6}" srcOrd="2" destOrd="0" parTransId="{CC7115B8-2E56-4945-BB1E-BF8F271E5773}" sibTransId="{C83AE016-ED2C-4319-99D8-26AAB76AEBDA}"/>
    <dgm:cxn modelId="{5BF631DC-45FD-4D16-B2E5-1FE9B2FEF5E9}" type="presOf" srcId="{4F44C4F4-215E-4879-B26B-189652D06190}" destId="{0B4E6802-5F58-4D31-A90D-BD91D7FBCF72}" srcOrd="0" destOrd="0" presId="urn:microsoft.com/office/officeart/2005/8/layout/hierarchy3"/>
    <dgm:cxn modelId="{9F3F23DF-C3EB-4F03-92DF-321F0FC2B79A}" type="presOf" srcId="{DEC2781E-01F4-464F-91BB-AA932266562F}" destId="{88B1A13D-5B26-403E-9650-9ECAD0C0A655}" srcOrd="0" destOrd="0" presId="urn:microsoft.com/office/officeart/2005/8/layout/hierarchy3"/>
    <dgm:cxn modelId="{5D143A1C-E9D6-4938-BB16-869D328802F5}" type="presParOf" srcId="{0B4E6802-5F58-4D31-A90D-BD91D7FBCF72}" destId="{5B5D0246-FF13-44FA-BE98-BDDC2B9F2BFC}" srcOrd="0" destOrd="0" presId="urn:microsoft.com/office/officeart/2005/8/layout/hierarchy3"/>
    <dgm:cxn modelId="{3BCFDDEE-F404-48CA-B89B-9553CF5E67EC}" type="presParOf" srcId="{5B5D0246-FF13-44FA-BE98-BDDC2B9F2BFC}" destId="{C7CC217B-56E9-4F0F-B837-CED2C606B03C}" srcOrd="0" destOrd="0" presId="urn:microsoft.com/office/officeart/2005/8/layout/hierarchy3"/>
    <dgm:cxn modelId="{4AF66FB5-3041-4436-8991-D219D4B1C181}" type="presParOf" srcId="{C7CC217B-56E9-4F0F-B837-CED2C606B03C}" destId="{E89A4E70-3BDD-468E-A41B-2940528DD526}" srcOrd="0" destOrd="0" presId="urn:microsoft.com/office/officeart/2005/8/layout/hierarchy3"/>
    <dgm:cxn modelId="{8E323CE0-D102-4382-9B99-08CE0D014318}" type="presParOf" srcId="{C7CC217B-56E9-4F0F-B837-CED2C606B03C}" destId="{3CE7B73C-BF98-4C22-A208-4FDE3609F5DC}" srcOrd="1" destOrd="0" presId="urn:microsoft.com/office/officeart/2005/8/layout/hierarchy3"/>
    <dgm:cxn modelId="{73B910C4-11DB-44BC-8698-6ADED55121C4}" type="presParOf" srcId="{5B5D0246-FF13-44FA-BE98-BDDC2B9F2BFC}" destId="{6F46D678-CDF8-4F43-AB82-789CF9B28A3C}" srcOrd="1" destOrd="0" presId="urn:microsoft.com/office/officeart/2005/8/layout/hierarchy3"/>
    <dgm:cxn modelId="{BA4E8FA8-C779-4C54-B626-7478D58FF6EE}" type="presParOf" srcId="{0B4E6802-5F58-4D31-A90D-BD91D7FBCF72}" destId="{9E4EFD77-F6B8-43CD-B555-997007635639}" srcOrd="1" destOrd="0" presId="urn:microsoft.com/office/officeart/2005/8/layout/hierarchy3"/>
    <dgm:cxn modelId="{DD39F28C-E707-4A63-A2A0-A2527FE2686B}" type="presParOf" srcId="{9E4EFD77-F6B8-43CD-B555-997007635639}" destId="{00D49972-86DF-40E3-93CC-5B710B1A1D96}" srcOrd="0" destOrd="0" presId="urn:microsoft.com/office/officeart/2005/8/layout/hierarchy3"/>
    <dgm:cxn modelId="{F7C1DEBA-C673-4C7B-9693-5C21E844D4B2}" type="presParOf" srcId="{00D49972-86DF-40E3-93CC-5B710B1A1D96}" destId="{88B1A13D-5B26-403E-9650-9ECAD0C0A655}" srcOrd="0" destOrd="0" presId="urn:microsoft.com/office/officeart/2005/8/layout/hierarchy3"/>
    <dgm:cxn modelId="{12090223-C51D-468D-B5AA-7C157AAFD35E}" type="presParOf" srcId="{00D49972-86DF-40E3-93CC-5B710B1A1D96}" destId="{970D950B-994B-477A-8F8F-5C571FA4FFBA}" srcOrd="1" destOrd="0" presId="urn:microsoft.com/office/officeart/2005/8/layout/hierarchy3"/>
    <dgm:cxn modelId="{118D4A32-C87C-4AEF-8395-4418320F024C}" type="presParOf" srcId="{9E4EFD77-F6B8-43CD-B555-997007635639}" destId="{D0041BC8-BA36-4A47-8678-0BF67005DD5E}" srcOrd="1" destOrd="0" presId="urn:microsoft.com/office/officeart/2005/8/layout/hierarchy3"/>
    <dgm:cxn modelId="{8790748F-C40B-4573-A786-8CF6CAF1609D}" type="presParOf" srcId="{0B4E6802-5F58-4D31-A90D-BD91D7FBCF72}" destId="{3FDAAEFE-24A6-45B0-8155-781BBEE2AE72}" srcOrd="2" destOrd="0" presId="urn:microsoft.com/office/officeart/2005/8/layout/hierarchy3"/>
    <dgm:cxn modelId="{ABCA684D-0920-4591-AE08-E6514C52BF1D}" type="presParOf" srcId="{3FDAAEFE-24A6-45B0-8155-781BBEE2AE72}" destId="{78CC70F1-2952-48A2-B20E-F426F1871EC4}" srcOrd="0" destOrd="0" presId="urn:microsoft.com/office/officeart/2005/8/layout/hierarchy3"/>
    <dgm:cxn modelId="{178C4AF8-D2C9-4FF1-93B1-5685C04A0CFA}" type="presParOf" srcId="{78CC70F1-2952-48A2-B20E-F426F1871EC4}" destId="{5001D10C-23BF-4951-BDAA-B0FFF98DF495}" srcOrd="0" destOrd="0" presId="urn:microsoft.com/office/officeart/2005/8/layout/hierarchy3"/>
    <dgm:cxn modelId="{06BC269D-94E1-4A87-B8FD-B51CD9806B2A}" type="presParOf" srcId="{78CC70F1-2952-48A2-B20E-F426F1871EC4}" destId="{B3F8F8D3-C072-4FBE-B50D-5EA5CD1600BA}" srcOrd="1" destOrd="0" presId="urn:microsoft.com/office/officeart/2005/8/layout/hierarchy3"/>
    <dgm:cxn modelId="{03B62C90-AD2E-43AC-B72B-419B3B2E1B7D}" type="presParOf" srcId="{3FDAAEFE-24A6-45B0-8155-781BBEE2AE72}" destId="{AAC8ED7E-B22C-47D7-BA09-A700A1E8E3DF}" srcOrd="1" destOrd="0" presId="urn:microsoft.com/office/officeart/2005/8/layout/hierarchy3"/>
    <dgm:cxn modelId="{302454E7-C8F9-40E2-88B9-1C563C987B43}" type="presParOf" srcId="{0B4E6802-5F58-4D31-A90D-BD91D7FBCF72}" destId="{9669AE9F-17F8-41AB-88B2-3F2A2805F3B8}" srcOrd="3" destOrd="0" presId="urn:microsoft.com/office/officeart/2005/8/layout/hierarchy3"/>
    <dgm:cxn modelId="{A2981A03-DB10-48CF-8FF4-75577235080A}" type="presParOf" srcId="{9669AE9F-17F8-41AB-88B2-3F2A2805F3B8}" destId="{076756F1-C484-423E-8011-53070D795A7F}" srcOrd="0" destOrd="0" presId="urn:microsoft.com/office/officeart/2005/8/layout/hierarchy3"/>
    <dgm:cxn modelId="{284AF72A-651C-4E76-9187-8483E0BC1CF4}" type="presParOf" srcId="{076756F1-C484-423E-8011-53070D795A7F}" destId="{30955532-5F14-4654-8562-99E6042FF54C}" srcOrd="0" destOrd="0" presId="urn:microsoft.com/office/officeart/2005/8/layout/hierarchy3"/>
    <dgm:cxn modelId="{4B6BEB78-63D3-4D62-8617-ECB96FB119A2}" type="presParOf" srcId="{076756F1-C484-423E-8011-53070D795A7F}" destId="{4BFC262A-6EEF-4E20-9A1A-0FA33638AF28}" srcOrd="1" destOrd="0" presId="urn:microsoft.com/office/officeart/2005/8/layout/hierarchy3"/>
    <dgm:cxn modelId="{BD6447E7-BEF4-43EB-AC24-DB3D87483F12}" type="presParOf" srcId="{9669AE9F-17F8-41AB-88B2-3F2A2805F3B8}" destId="{F279E17C-F6E2-4211-BF94-F4C737798EA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E115AC-7AC6-4618-8A28-B232F5506F9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89E3299-23EC-4C00-9931-9172647AD5E5}">
      <dgm:prSet/>
      <dgm:spPr/>
      <dgm:t>
        <a:bodyPr/>
        <a:lstStyle/>
        <a:p>
          <a:r>
            <a:rPr lang="hu-HU"/>
            <a:t>2022-es verzió (Datacenter – Asztali felülettel)</a:t>
          </a:r>
          <a:endParaRPr lang="en-US"/>
        </a:p>
      </dgm:t>
    </dgm:pt>
    <dgm:pt modelId="{A1A168BE-AD6C-4737-A6DA-919D8326DF4C}" type="parTrans" cxnId="{FA9D94DC-2211-4861-9D7B-BCDBEA948E03}">
      <dgm:prSet/>
      <dgm:spPr/>
      <dgm:t>
        <a:bodyPr/>
        <a:lstStyle/>
        <a:p>
          <a:endParaRPr lang="en-US"/>
        </a:p>
      </dgm:t>
    </dgm:pt>
    <dgm:pt modelId="{D51808C6-5DBC-4BEC-82B9-4D19F7872533}" type="sibTrans" cxnId="{FA9D94DC-2211-4861-9D7B-BCDBEA948E03}">
      <dgm:prSet/>
      <dgm:spPr/>
      <dgm:t>
        <a:bodyPr/>
        <a:lstStyle/>
        <a:p>
          <a:endParaRPr lang="en-US"/>
        </a:p>
      </dgm:t>
    </dgm:pt>
    <dgm:pt modelId="{694885C1-C5FC-4B52-AB4A-C1E488527305}">
      <dgm:prSet/>
      <dgm:spPr/>
      <dgm:t>
        <a:bodyPr/>
        <a:lstStyle/>
        <a:p>
          <a:r>
            <a:rPr lang="hu-HU"/>
            <a:t>Szolgáltatások:</a:t>
          </a:r>
          <a:endParaRPr lang="en-US"/>
        </a:p>
      </dgm:t>
    </dgm:pt>
    <dgm:pt modelId="{E334E05E-515C-44B0-8C82-989098CA3BC7}" type="parTrans" cxnId="{6F500EF0-0360-46A5-B7DC-9E78A9DF6E6F}">
      <dgm:prSet/>
      <dgm:spPr/>
      <dgm:t>
        <a:bodyPr/>
        <a:lstStyle/>
        <a:p>
          <a:endParaRPr lang="en-US"/>
        </a:p>
      </dgm:t>
    </dgm:pt>
    <dgm:pt modelId="{8508B9D1-39B6-4A51-97EA-FF4D99D4977A}" type="sibTrans" cxnId="{6F500EF0-0360-46A5-B7DC-9E78A9DF6E6F}">
      <dgm:prSet/>
      <dgm:spPr/>
      <dgm:t>
        <a:bodyPr/>
        <a:lstStyle/>
        <a:p>
          <a:endParaRPr lang="en-US"/>
        </a:p>
      </dgm:t>
    </dgm:pt>
    <dgm:pt modelId="{68ACF721-F680-4521-8D2B-A80F4A925E55}">
      <dgm:prSet/>
      <dgm:spPr/>
      <dgm:t>
        <a:bodyPr/>
        <a:lstStyle/>
        <a:p>
          <a:r>
            <a:rPr lang="hu-HU" dirty="0" err="1"/>
            <a:t>Active</a:t>
          </a:r>
          <a:r>
            <a:rPr lang="hu-HU" dirty="0"/>
            <a:t> </a:t>
          </a:r>
          <a:r>
            <a:rPr lang="hu-HU" dirty="0" err="1"/>
            <a:t>Directory</a:t>
          </a:r>
          <a:endParaRPr lang="en-US" dirty="0"/>
        </a:p>
      </dgm:t>
    </dgm:pt>
    <dgm:pt modelId="{36823259-8BC2-492F-8657-191CEE7BC146}" type="parTrans" cxnId="{5382B944-9A01-42C9-B75D-47DBC059C7F9}">
      <dgm:prSet/>
      <dgm:spPr/>
      <dgm:t>
        <a:bodyPr/>
        <a:lstStyle/>
        <a:p>
          <a:endParaRPr lang="en-US"/>
        </a:p>
      </dgm:t>
    </dgm:pt>
    <dgm:pt modelId="{9CAB04DB-6CA3-4B21-8F5A-05EA1293CFDE}" type="sibTrans" cxnId="{5382B944-9A01-42C9-B75D-47DBC059C7F9}">
      <dgm:prSet/>
      <dgm:spPr/>
      <dgm:t>
        <a:bodyPr/>
        <a:lstStyle/>
        <a:p>
          <a:endParaRPr lang="en-US"/>
        </a:p>
      </dgm:t>
    </dgm:pt>
    <dgm:pt modelId="{33E381CF-FCCD-4C3F-86F6-7AEB4E842B8F}">
      <dgm:prSet/>
      <dgm:spPr/>
      <dgm:t>
        <a:bodyPr/>
        <a:lstStyle/>
        <a:p>
          <a:r>
            <a:rPr lang="hu-HU"/>
            <a:t>Kvóta</a:t>
          </a:r>
          <a:endParaRPr lang="en-US"/>
        </a:p>
      </dgm:t>
    </dgm:pt>
    <dgm:pt modelId="{C65003E2-508C-4792-A533-E85AD376B1D0}" type="parTrans" cxnId="{16A18615-2888-4D20-AAB7-AB75B525ABAD}">
      <dgm:prSet/>
      <dgm:spPr/>
      <dgm:t>
        <a:bodyPr/>
        <a:lstStyle/>
        <a:p>
          <a:endParaRPr lang="en-US"/>
        </a:p>
      </dgm:t>
    </dgm:pt>
    <dgm:pt modelId="{B9DF2AF8-9745-4999-9630-31FB313692A2}" type="sibTrans" cxnId="{16A18615-2888-4D20-AAB7-AB75B525ABAD}">
      <dgm:prSet/>
      <dgm:spPr/>
      <dgm:t>
        <a:bodyPr/>
        <a:lstStyle/>
        <a:p>
          <a:endParaRPr lang="en-US"/>
        </a:p>
      </dgm:t>
    </dgm:pt>
    <dgm:pt modelId="{F06C8653-BE14-46C0-A6AE-C19CF854924A}">
      <dgm:prSet/>
      <dgm:spPr/>
      <dgm:t>
        <a:bodyPr/>
        <a:lstStyle/>
        <a:p>
          <a:r>
            <a:rPr lang="hu-HU"/>
            <a:t>Mappa megosztás</a:t>
          </a:r>
          <a:endParaRPr lang="en-US"/>
        </a:p>
      </dgm:t>
    </dgm:pt>
    <dgm:pt modelId="{9E8DC15F-320D-4156-B167-E7B4A615C77E}" type="parTrans" cxnId="{E11F57CA-3909-43BA-81D2-F1EB9AF84E99}">
      <dgm:prSet/>
      <dgm:spPr/>
      <dgm:t>
        <a:bodyPr/>
        <a:lstStyle/>
        <a:p>
          <a:endParaRPr lang="en-US"/>
        </a:p>
      </dgm:t>
    </dgm:pt>
    <dgm:pt modelId="{B7283D48-DEF4-4509-8398-5DA3348B57F9}" type="sibTrans" cxnId="{E11F57CA-3909-43BA-81D2-F1EB9AF84E99}">
      <dgm:prSet/>
      <dgm:spPr/>
      <dgm:t>
        <a:bodyPr/>
        <a:lstStyle/>
        <a:p>
          <a:endParaRPr lang="en-US"/>
        </a:p>
      </dgm:t>
    </dgm:pt>
    <dgm:pt modelId="{9A241ED5-320F-4CD9-9E95-917338B484BD}">
      <dgm:prSet/>
      <dgm:spPr/>
      <dgm:t>
        <a:bodyPr/>
        <a:lstStyle/>
        <a:p>
          <a:r>
            <a:rPr lang="hu-HU" dirty="0"/>
            <a:t>Web szerver (IIS)</a:t>
          </a:r>
          <a:endParaRPr lang="en-US" dirty="0"/>
        </a:p>
      </dgm:t>
    </dgm:pt>
    <dgm:pt modelId="{DACC4252-C378-406F-922B-31A066F5D202}" type="parTrans" cxnId="{82997256-B984-4F13-AAE1-15092FA7ED61}">
      <dgm:prSet/>
      <dgm:spPr/>
      <dgm:t>
        <a:bodyPr/>
        <a:lstStyle/>
        <a:p>
          <a:endParaRPr lang="en-US"/>
        </a:p>
      </dgm:t>
    </dgm:pt>
    <dgm:pt modelId="{43E521CA-9768-45C2-827E-DBB64AAF7724}" type="sibTrans" cxnId="{82997256-B984-4F13-AAE1-15092FA7ED61}">
      <dgm:prSet/>
      <dgm:spPr/>
      <dgm:t>
        <a:bodyPr/>
        <a:lstStyle/>
        <a:p>
          <a:endParaRPr lang="en-US"/>
        </a:p>
      </dgm:t>
    </dgm:pt>
    <dgm:pt modelId="{60FB4105-B7E5-4424-88E5-FD04D3B92E19}">
      <dgm:prSet/>
      <dgm:spPr/>
      <dgm:t>
        <a:bodyPr/>
        <a:lstStyle/>
        <a:p>
          <a:r>
            <a:rPr lang="hu-HU" dirty="0"/>
            <a:t>DNS</a:t>
          </a:r>
          <a:endParaRPr lang="en-US" dirty="0"/>
        </a:p>
      </dgm:t>
    </dgm:pt>
    <dgm:pt modelId="{880D9C41-77B9-45F4-BA3C-9286C3130AB1}" type="parTrans" cxnId="{6E285D0E-CD9C-4373-ADC2-645047968C4D}">
      <dgm:prSet/>
      <dgm:spPr/>
    </dgm:pt>
    <dgm:pt modelId="{7CE334C6-C594-4DE9-9633-A68AF96C37FE}" type="sibTrans" cxnId="{6E285D0E-CD9C-4373-ADC2-645047968C4D}">
      <dgm:prSet/>
      <dgm:spPr/>
    </dgm:pt>
    <dgm:pt modelId="{FC4A1E0F-9C60-4A5E-8AC6-74FD9350D554}" type="pres">
      <dgm:prSet presAssocID="{3CE115AC-7AC6-4618-8A28-B232F5506F9B}" presName="linear" presStyleCnt="0">
        <dgm:presLayoutVars>
          <dgm:dir/>
          <dgm:animLvl val="lvl"/>
          <dgm:resizeHandles val="exact"/>
        </dgm:presLayoutVars>
      </dgm:prSet>
      <dgm:spPr/>
    </dgm:pt>
    <dgm:pt modelId="{28404B93-983E-433C-A205-7582737F8531}" type="pres">
      <dgm:prSet presAssocID="{B89E3299-23EC-4C00-9931-9172647AD5E5}" presName="parentLin" presStyleCnt="0"/>
      <dgm:spPr/>
    </dgm:pt>
    <dgm:pt modelId="{F7F1DD42-E1C8-4989-875C-554B4242E71A}" type="pres">
      <dgm:prSet presAssocID="{B89E3299-23EC-4C00-9931-9172647AD5E5}" presName="parentLeftMargin" presStyleLbl="node1" presStyleIdx="0" presStyleCnt="2"/>
      <dgm:spPr/>
    </dgm:pt>
    <dgm:pt modelId="{1906D369-9CD1-47CD-8280-EBC73A1D040A}" type="pres">
      <dgm:prSet presAssocID="{B89E3299-23EC-4C00-9931-9172647AD5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7CB2FC-27F8-4887-9ADD-9B859182EA19}" type="pres">
      <dgm:prSet presAssocID="{B89E3299-23EC-4C00-9931-9172647AD5E5}" presName="negativeSpace" presStyleCnt="0"/>
      <dgm:spPr/>
    </dgm:pt>
    <dgm:pt modelId="{515BB7EE-9CD8-4EAA-A328-59871328A0ED}" type="pres">
      <dgm:prSet presAssocID="{B89E3299-23EC-4C00-9931-9172647AD5E5}" presName="childText" presStyleLbl="conFgAcc1" presStyleIdx="0" presStyleCnt="2">
        <dgm:presLayoutVars>
          <dgm:bulletEnabled val="1"/>
        </dgm:presLayoutVars>
      </dgm:prSet>
      <dgm:spPr/>
    </dgm:pt>
    <dgm:pt modelId="{F1B28040-B90C-4E7B-B8D2-DF92F320B03A}" type="pres">
      <dgm:prSet presAssocID="{D51808C6-5DBC-4BEC-82B9-4D19F7872533}" presName="spaceBetweenRectangles" presStyleCnt="0"/>
      <dgm:spPr/>
    </dgm:pt>
    <dgm:pt modelId="{477855D4-AF61-4473-98AA-8E3D53A5C432}" type="pres">
      <dgm:prSet presAssocID="{694885C1-C5FC-4B52-AB4A-C1E488527305}" presName="parentLin" presStyleCnt="0"/>
      <dgm:spPr/>
    </dgm:pt>
    <dgm:pt modelId="{30F28432-87A0-4A22-9948-305364A93152}" type="pres">
      <dgm:prSet presAssocID="{694885C1-C5FC-4B52-AB4A-C1E488527305}" presName="parentLeftMargin" presStyleLbl="node1" presStyleIdx="0" presStyleCnt="2"/>
      <dgm:spPr/>
    </dgm:pt>
    <dgm:pt modelId="{0AB82E61-0738-42FB-9C9F-5BC53FA261F3}" type="pres">
      <dgm:prSet presAssocID="{694885C1-C5FC-4B52-AB4A-C1E48852730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EEE9618-43F6-42CA-A946-7D96CD82F4FA}" type="pres">
      <dgm:prSet presAssocID="{694885C1-C5FC-4B52-AB4A-C1E488527305}" presName="negativeSpace" presStyleCnt="0"/>
      <dgm:spPr/>
    </dgm:pt>
    <dgm:pt modelId="{A790548F-6D9F-409E-BE40-FB9E70C40C2A}" type="pres">
      <dgm:prSet presAssocID="{694885C1-C5FC-4B52-AB4A-C1E48852730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E285D0E-CD9C-4373-ADC2-645047968C4D}" srcId="{694885C1-C5FC-4B52-AB4A-C1E488527305}" destId="{60FB4105-B7E5-4424-88E5-FD04D3B92E19}" srcOrd="4" destOrd="0" parTransId="{880D9C41-77B9-45F4-BA3C-9286C3130AB1}" sibTransId="{7CE334C6-C594-4DE9-9633-A68AF96C37FE}"/>
    <dgm:cxn modelId="{6D3C8A0F-F545-4A16-B1B0-C13F2F3A5942}" type="presOf" srcId="{B89E3299-23EC-4C00-9931-9172647AD5E5}" destId="{1906D369-9CD1-47CD-8280-EBC73A1D040A}" srcOrd="1" destOrd="0" presId="urn:microsoft.com/office/officeart/2005/8/layout/list1"/>
    <dgm:cxn modelId="{16A18615-2888-4D20-AAB7-AB75B525ABAD}" srcId="{694885C1-C5FC-4B52-AB4A-C1E488527305}" destId="{33E381CF-FCCD-4C3F-86F6-7AEB4E842B8F}" srcOrd="1" destOrd="0" parTransId="{C65003E2-508C-4792-A533-E85AD376B1D0}" sibTransId="{B9DF2AF8-9745-4999-9630-31FB313692A2}"/>
    <dgm:cxn modelId="{E8006B36-FBFC-47C5-B1A7-521C66CEF3EB}" type="presOf" srcId="{694885C1-C5FC-4B52-AB4A-C1E488527305}" destId="{30F28432-87A0-4A22-9948-305364A93152}" srcOrd="0" destOrd="0" presId="urn:microsoft.com/office/officeart/2005/8/layout/list1"/>
    <dgm:cxn modelId="{3349F43D-18F5-4740-AE30-377EC9D97BE3}" type="presOf" srcId="{33E381CF-FCCD-4C3F-86F6-7AEB4E842B8F}" destId="{A790548F-6D9F-409E-BE40-FB9E70C40C2A}" srcOrd="0" destOrd="1" presId="urn:microsoft.com/office/officeart/2005/8/layout/list1"/>
    <dgm:cxn modelId="{63F88240-45ED-434B-9671-BCE57CC8F50C}" type="presOf" srcId="{60FB4105-B7E5-4424-88E5-FD04D3B92E19}" destId="{A790548F-6D9F-409E-BE40-FB9E70C40C2A}" srcOrd="0" destOrd="4" presId="urn:microsoft.com/office/officeart/2005/8/layout/list1"/>
    <dgm:cxn modelId="{5382B944-9A01-42C9-B75D-47DBC059C7F9}" srcId="{694885C1-C5FC-4B52-AB4A-C1E488527305}" destId="{68ACF721-F680-4521-8D2B-A80F4A925E55}" srcOrd="0" destOrd="0" parTransId="{36823259-8BC2-492F-8657-191CEE7BC146}" sibTransId="{9CAB04DB-6CA3-4B21-8F5A-05EA1293CFDE}"/>
    <dgm:cxn modelId="{82997256-B984-4F13-AAE1-15092FA7ED61}" srcId="{694885C1-C5FC-4B52-AB4A-C1E488527305}" destId="{9A241ED5-320F-4CD9-9E95-917338B484BD}" srcOrd="3" destOrd="0" parTransId="{DACC4252-C378-406F-922B-31A066F5D202}" sibTransId="{43E521CA-9768-45C2-827E-DBB64AAF7724}"/>
    <dgm:cxn modelId="{34AE3C59-8777-4AF9-9819-BE48D28C1425}" type="presOf" srcId="{68ACF721-F680-4521-8D2B-A80F4A925E55}" destId="{A790548F-6D9F-409E-BE40-FB9E70C40C2A}" srcOrd="0" destOrd="0" presId="urn:microsoft.com/office/officeart/2005/8/layout/list1"/>
    <dgm:cxn modelId="{3035DEA2-9D23-43D5-B61A-3E0CD4442F7A}" type="presOf" srcId="{F06C8653-BE14-46C0-A6AE-C19CF854924A}" destId="{A790548F-6D9F-409E-BE40-FB9E70C40C2A}" srcOrd="0" destOrd="2" presId="urn:microsoft.com/office/officeart/2005/8/layout/list1"/>
    <dgm:cxn modelId="{D220FCA7-C7EB-4551-A064-BE54E3E71A47}" type="presOf" srcId="{694885C1-C5FC-4B52-AB4A-C1E488527305}" destId="{0AB82E61-0738-42FB-9C9F-5BC53FA261F3}" srcOrd="1" destOrd="0" presId="urn:microsoft.com/office/officeart/2005/8/layout/list1"/>
    <dgm:cxn modelId="{E11F57CA-3909-43BA-81D2-F1EB9AF84E99}" srcId="{694885C1-C5FC-4B52-AB4A-C1E488527305}" destId="{F06C8653-BE14-46C0-A6AE-C19CF854924A}" srcOrd="2" destOrd="0" parTransId="{9E8DC15F-320D-4156-B167-E7B4A615C77E}" sibTransId="{B7283D48-DEF4-4509-8398-5DA3348B57F9}"/>
    <dgm:cxn modelId="{83B052DB-C1B2-471D-BC99-449F147AD30C}" type="presOf" srcId="{3CE115AC-7AC6-4618-8A28-B232F5506F9B}" destId="{FC4A1E0F-9C60-4A5E-8AC6-74FD9350D554}" srcOrd="0" destOrd="0" presId="urn:microsoft.com/office/officeart/2005/8/layout/list1"/>
    <dgm:cxn modelId="{FBD0DCDB-2954-4CAE-9321-ED25662FB256}" type="presOf" srcId="{9A241ED5-320F-4CD9-9E95-917338B484BD}" destId="{A790548F-6D9F-409E-BE40-FB9E70C40C2A}" srcOrd="0" destOrd="3" presId="urn:microsoft.com/office/officeart/2005/8/layout/list1"/>
    <dgm:cxn modelId="{FA9D94DC-2211-4861-9D7B-BCDBEA948E03}" srcId="{3CE115AC-7AC6-4618-8A28-B232F5506F9B}" destId="{B89E3299-23EC-4C00-9931-9172647AD5E5}" srcOrd="0" destOrd="0" parTransId="{A1A168BE-AD6C-4737-A6DA-919D8326DF4C}" sibTransId="{D51808C6-5DBC-4BEC-82B9-4D19F7872533}"/>
    <dgm:cxn modelId="{6F500EF0-0360-46A5-B7DC-9E78A9DF6E6F}" srcId="{3CE115AC-7AC6-4618-8A28-B232F5506F9B}" destId="{694885C1-C5FC-4B52-AB4A-C1E488527305}" srcOrd="1" destOrd="0" parTransId="{E334E05E-515C-44B0-8C82-989098CA3BC7}" sibTransId="{8508B9D1-39B6-4A51-97EA-FF4D99D4977A}"/>
    <dgm:cxn modelId="{942052FD-AD24-4659-A88B-1750D1B2E979}" type="presOf" srcId="{B89E3299-23EC-4C00-9931-9172647AD5E5}" destId="{F7F1DD42-E1C8-4989-875C-554B4242E71A}" srcOrd="0" destOrd="0" presId="urn:microsoft.com/office/officeart/2005/8/layout/list1"/>
    <dgm:cxn modelId="{AD07143E-A3DD-48C4-9657-916A656FE5D3}" type="presParOf" srcId="{FC4A1E0F-9C60-4A5E-8AC6-74FD9350D554}" destId="{28404B93-983E-433C-A205-7582737F8531}" srcOrd="0" destOrd="0" presId="urn:microsoft.com/office/officeart/2005/8/layout/list1"/>
    <dgm:cxn modelId="{33E9CAB6-D2CF-4B5A-B79E-BBE632807B7E}" type="presParOf" srcId="{28404B93-983E-433C-A205-7582737F8531}" destId="{F7F1DD42-E1C8-4989-875C-554B4242E71A}" srcOrd="0" destOrd="0" presId="urn:microsoft.com/office/officeart/2005/8/layout/list1"/>
    <dgm:cxn modelId="{2F125F94-961F-4B40-90A9-C96F4253957F}" type="presParOf" srcId="{28404B93-983E-433C-A205-7582737F8531}" destId="{1906D369-9CD1-47CD-8280-EBC73A1D040A}" srcOrd="1" destOrd="0" presId="urn:microsoft.com/office/officeart/2005/8/layout/list1"/>
    <dgm:cxn modelId="{7BC927DE-650A-42CB-AB9B-45A60BBE826B}" type="presParOf" srcId="{FC4A1E0F-9C60-4A5E-8AC6-74FD9350D554}" destId="{607CB2FC-27F8-4887-9ADD-9B859182EA19}" srcOrd="1" destOrd="0" presId="urn:microsoft.com/office/officeart/2005/8/layout/list1"/>
    <dgm:cxn modelId="{7382AAB5-00F2-4825-9D5B-DC76BBF10B1F}" type="presParOf" srcId="{FC4A1E0F-9C60-4A5E-8AC6-74FD9350D554}" destId="{515BB7EE-9CD8-4EAA-A328-59871328A0ED}" srcOrd="2" destOrd="0" presId="urn:microsoft.com/office/officeart/2005/8/layout/list1"/>
    <dgm:cxn modelId="{DACE0734-E017-4671-B823-218E19E4ABB3}" type="presParOf" srcId="{FC4A1E0F-9C60-4A5E-8AC6-74FD9350D554}" destId="{F1B28040-B90C-4E7B-B8D2-DF92F320B03A}" srcOrd="3" destOrd="0" presId="urn:microsoft.com/office/officeart/2005/8/layout/list1"/>
    <dgm:cxn modelId="{182483C8-0798-4E8B-90B5-3D3506108E01}" type="presParOf" srcId="{FC4A1E0F-9C60-4A5E-8AC6-74FD9350D554}" destId="{477855D4-AF61-4473-98AA-8E3D53A5C432}" srcOrd="4" destOrd="0" presId="urn:microsoft.com/office/officeart/2005/8/layout/list1"/>
    <dgm:cxn modelId="{90D7DEFF-76A1-4912-97B5-3A03A1FC51FA}" type="presParOf" srcId="{477855D4-AF61-4473-98AA-8E3D53A5C432}" destId="{30F28432-87A0-4A22-9948-305364A93152}" srcOrd="0" destOrd="0" presId="urn:microsoft.com/office/officeart/2005/8/layout/list1"/>
    <dgm:cxn modelId="{6E80A8BB-E176-49AC-AC9C-887552E96931}" type="presParOf" srcId="{477855D4-AF61-4473-98AA-8E3D53A5C432}" destId="{0AB82E61-0738-42FB-9C9F-5BC53FA261F3}" srcOrd="1" destOrd="0" presId="urn:microsoft.com/office/officeart/2005/8/layout/list1"/>
    <dgm:cxn modelId="{A5A71C54-5500-4DE7-BC1A-8345F2D679A6}" type="presParOf" srcId="{FC4A1E0F-9C60-4A5E-8AC6-74FD9350D554}" destId="{7EEE9618-43F6-42CA-A946-7D96CD82F4FA}" srcOrd="5" destOrd="0" presId="urn:microsoft.com/office/officeart/2005/8/layout/list1"/>
    <dgm:cxn modelId="{C97FCF43-CEC0-4AFA-9851-6ECE2B1D1C62}" type="presParOf" srcId="{FC4A1E0F-9C60-4A5E-8AC6-74FD9350D554}" destId="{A790548F-6D9F-409E-BE40-FB9E70C40C2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E115AC-7AC6-4618-8A28-B232F5506F9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89E3299-23EC-4C00-9931-9172647AD5E5}">
      <dgm:prSet/>
      <dgm:spPr/>
      <dgm:t>
        <a:bodyPr/>
        <a:lstStyle/>
        <a:p>
          <a:r>
            <a:rPr lang="hu-HU"/>
            <a:t>2022-es verzió (Datacenter – Asztali felülettel)</a:t>
          </a:r>
          <a:endParaRPr lang="en-US"/>
        </a:p>
      </dgm:t>
    </dgm:pt>
    <dgm:pt modelId="{A1A168BE-AD6C-4737-A6DA-919D8326DF4C}" type="parTrans" cxnId="{FA9D94DC-2211-4861-9D7B-BCDBEA948E03}">
      <dgm:prSet/>
      <dgm:spPr/>
      <dgm:t>
        <a:bodyPr/>
        <a:lstStyle/>
        <a:p>
          <a:endParaRPr lang="en-US"/>
        </a:p>
      </dgm:t>
    </dgm:pt>
    <dgm:pt modelId="{D51808C6-5DBC-4BEC-82B9-4D19F7872533}" type="sibTrans" cxnId="{FA9D94DC-2211-4861-9D7B-BCDBEA948E03}">
      <dgm:prSet/>
      <dgm:spPr/>
      <dgm:t>
        <a:bodyPr/>
        <a:lstStyle/>
        <a:p>
          <a:endParaRPr lang="en-US"/>
        </a:p>
      </dgm:t>
    </dgm:pt>
    <dgm:pt modelId="{694885C1-C5FC-4B52-AB4A-C1E488527305}">
      <dgm:prSet/>
      <dgm:spPr/>
      <dgm:t>
        <a:bodyPr/>
        <a:lstStyle/>
        <a:p>
          <a:r>
            <a:rPr lang="hu-HU"/>
            <a:t>Szolgáltatások:</a:t>
          </a:r>
          <a:endParaRPr lang="en-US"/>
        </a:p>
      </dgm:t>
    </dgm:pt>
    <dgm:pt modelId="{E334E05E-515C-44B0-8C82-989098CA3BC7}" type="parTrans" cxnId="{6F500EF0-0360-46A5-B7DC-9E78A9DF6E6F}">
      <dgm:prSet/>
      <dgm:spPr/>
      <dgm:t>
        <a:bodyPr/>
        <a:lstStyle/>
        <a:p>
          <a:endParaRPr lang="en-US"/>
        </a:p>
      </dgm:t>
    </dgm:pt>
    <dgm:pt modelId="{8508B9D1-39B6-4A51-97EA-FF4D99D4977A}" type="sibTrans" cxnId="{6F500EF0-0360-46A5-B7DC-9E78A9DF6E6F}">
      <dgm:prSet/>
      <dgm:spPr/>
      <dgm:t>
        <a:bodyPr/>
        <a:lstStyle/>
        <a:p>
          <a:endParaRPr lang="en-US"/>
        </a:p>
      </dgm:t>
    </dgm:pt>
    <dgm:pt modelId="{68ACF721-F680-4521-8D2B-A80F4A925E55}">
      <dgm:prSet/>
      <dgm:spPr/>
      <dgm:t>
        <a:bodyPr/>
        <a:lstStyle/>
        <a:p>
          <a:r>
            <a:rPr lang="hu-HU" dirty="0" err="1"/>
            <a:t>Active</a:t>
          </a:r>
          <a:r>
            <a:rPr lang="hu-HU" dirty="0"/>
            <a:t> </a:t>
          </a:r>
          <a:r>
            <a:rPr lang="hu-HU" dirty="0" err="1"/>
            <a:t>Directory</a:t>
          </a:r>
          <a:endParaRPr lang="en-US" dirty="0"/>
        </a:p>
      </dgm:t>
    </dgm:pt>
    <dgm:pt modelId="{36823259-8BC2-492F-8657-191CEE7BC146}" type="parTrans" cxnId="{5382B944-9A01-42C9-B75D-47DBC059C7F9}">
      <dgm:prSet/>
      <dgm:spPr/>
      <dgm:t>
        <a:bodyPr/>
        <a:lstStyle/>
        <a:p>
          <a:endParaRPr lang="en-US"/>
        </a:p>
      </dgm:t>
    </dgm:pt>
    <dgm:pt modelId="{9CAB04DB-6CA3-4B21-8F5A-05EA1293CFDE}" type="sibTrans" cxnId="{5382B944-9A01-42C9-B75D-47DBC059C7F9}">
      <dgm:prSet/>
      <dgm:spPr/>
      <dgm:t>
        <a:bodyPr/>
        <a:lstStyle/>
        <a:p>
          <a:endParaRPr lang="en-US"/>
        </a:p>
      </dgm:t>
    </dgm:pt>
    <dgm:pt modelId="{33E381CF-FCCD-4C3F-86F6-7AEB4E842B8F}">
      <dgm:prSet/>
      <dgm:spPr/>
      <dgm:t>
        <a:bodyPr/>
        <a:lstStyle/>
        <a:p>
          <a:r>
            <a:rPr lang="hu-HU"/>
            <a:t>Kvóta</a:t>
          </a:r>
          <a:endParaRPr lang="en-US"/>
        </a:p>
      </dgm:t>
    </dgm:pt>
    <dgm:pt modelId="{C65003E2-508C-4792-A533-E85AD376B1D0}" type="parTrans" cxnId="{16A18615-2888-4D20-AAB7-AB75B525ABAD}">
      <dgm:prSet/>
      <dgm:spPr/>
      <dgm:t>
        <a:bodyPr/>
        <a:lstStyle/>
        <a:p>
          <a:endParaRPr lang="en-US"/>
        </a:p>
      </dgm:t>
    </dgm:pt>
    <dgm:pt modelId="{B9DF2AF8-9745-4999-9630-31FB313692A2}" type="sibTrans" cxnId="{16A18615-2888-4D20-AAB7-AB75B525ABAD}">
      <dgm:prSet/>
      <dgm:spPr/>
      <dgm:t>
        <a:bodyPr/>
        <a:lstStyle/>
        <a:p>
          <a:endParaRPr lang="en-US"/>
        </a:p>
      </dgm:t>
    </dgm:pt>
    <dgm:pt modelId="{F06C8653-BE14-46C0-A6AE-C19CF854924A}">
      <dgm:prSet/>
      <dgm:spPr/>
      <dgm:t>
        <a:bodyPr/>
        <a:lstStyle/>
        <a:p>
          <a:r>
            <a:rPr lang="hu-HU"/>
            <a:t>Mappa megosztás</a:t>
          </a:r>
          <a:endParaRPr lang="en-US"/>
        </a:p>
      </dgm:t>
    </dgm:pt>
    <dgm:pt modelId="{9E8DC15F-320D-4156-B167-E7B4A615C77E}" type="parTrans" cxnId="{E11F57CA-3909-43BA-81D2-F1EB9AF84E99}">
      <dgm:prSet/>
      <dgm:spPr/>
      <dgm:t>
        <a:bodyPr/>
        <a:lstStyle/>
        <a:p>
          <a:endParaRPr lang="en-US"/>
        </a:p>
      </dgm:t>
    </dgm:pt>
    <dgm:pt modelId="{B7283D48-DEF4-4509-8398-5DA3348B57F9}" type="sibTrans" cxnId="{E11F57CA-3909-43BA-81D2-F1EB9AF84E99}">
      <dgm:prSet/>
      <dgm:spPr/>
      <dgm:t>
        <a:bodyPr/>
        <a:lstStyle/>
        <a:p>
          <a:endParaRPr lang="en-US"/>
        </a:p>
      </dgm:t>
    </dgm:pt>
    <dgm:pt modelId="{9A241ED5-320F-4CD9-9E95-917338B484BD}">
      <dgm:prSet/>
      <dgm:spPr/>
      <dgm:t>
        <a:bodyPr/>
        <a:lstStyle/>
        <a:p>
          <a:r>
            <a:rPr lang="hu-HU" dirty="0"/>
            <a:t>Web szerver (IIS)</a:t>
          </a:r>
          <a:endParaRPr lang="en-US" dirty="0"/>
        </a:p>
      </dgm:t>
    </dgm:pt>
    <dgm:pt modelId="{DACC4252-C378-406F-922B-31A066F5D202}" type="parTrans" cxnId="{82997256-B984-4F13-AAE1-15092FA7ED61}">
      <dgm:prSet/>
      <dgm:spPr/>
      <dgm:t>
        <a:bodyPr/>
        <a:lstStyle/>
        <a:p>
          <a:endParaRPr lang="en-US"/>
        </a:p>
      </dgm:t>
    </dgm:pt>
    <dgm:pt modelId="{43E521CA-9768-45C2-827E-DBB64AAF7724}" type="sibTrans" cxnId="{82997256-B984-4F13-AAE1-15092FA7ED61}">
      <dgm:prSet/>
      <dgm:spPr/>
      <dgm:t>
        <a:bodyPr/>
        <a:lstStyle/>
        <a:p>
          <a:endParaRPr lang="en-US"/>
        </a:p>
      </dgm:t>
    </dgm:pt>
    <dgm:pt modelId="{60FB4105-B7E5-4424-88E5-FD04D3B92E19}">
      <dgm:prSet/>
      <dgm:spPr/>
      <dgm:t>
        <a:bodyPr/>
        <a:lstStyle/>
        <a:p>
          <a:r>
            <a:rPr lang="hu-HU" dirty="0"/>
            <a:t>DHCPv4</a:t>
          </a:r>
          <a:endParaRPr lang="en-US" dirty="0"/>
        </a:p>
      </dgm:t>
    </dgm:pt>
    <dgm:pt modelId="{880D9C41-77B9-45F4-BA3C-9286C3130AB1}" type="parTrans" cxnId="{6E285D0E-CD9C-4373-ADC2-645047968C4D}">
      <dgm:prSet/>
      <dgm:spPr/>
    </dgm:pt>
    <dgm:pt modelId="{7CE334C6-C594-4DE9-9633-A68AF96C37FE}" type="sibTrans" cxnId="{6E285D0E-CD9C-4373-ADC2-645047968C4D}">
      <dgm:prSet/>
      <dgm:spPr/>
    </dgm:pt>
    <dgm:pt modelId="{FC4A1E0F-9C60-4A5E-8AC6-74FD9350D554}" type="pres">
      <dgm:prSet presAssocID="{3CE115AC-7AC6-4618-8A28-B232F5506F9B}" presName="linear" presStyleCnt="0">
        <dgm:presLayoutVars>
          <dgm:dir/>
          <dgm:animLvl val="lvl"/>
          <dgm:resizeHandles val="exact"/>
        </dgm:presLayoutVars>
      </dgm:prSet>
      <dgm:spPr/>
    </dgm:pt>
    <dgm:pt modelId="{28404B93-983E-433C-A205-7582737F8531}" type="pres">
      <dgm:prSet presAssocID="{B89E3299-23EC-4C00-9931-9172647AD5E5}" presName="parentLin" presStyleCnt="0"/>
      <dgm:spPr/>
    </dgm:pt>
    <dgm:pt modelId="{F7F1DD42-E1C8-4989-875C-554B4242E71A}" type="pres">
      <dgm:prSet presAssocID="{B89E3299-23EC-4C00-9931-9172647AD5E5}" presName="parentLeftMargin" presStyleLbl="node1" presStyleIdx="0" presStyleCnt="2"/>
      <dgm:spPr/>
    </dgm:pt>
    <dgm:pt modelId="{1906D369-9CD1-47CD-8280-EBC73A1D040A}" type="pres">
      <dgm:prSet presAssocID="{B89E3299-23EC-4C00-9931-9172647AD5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7CB2FC-27F8-4887-9ADD-9B859182EA19}" type="pres">
      <dgm:prSet presAssocID="{B89E3299-23EC-4C00-9931-9172647AD5E5}" presName="negativeSpace" presStyleCnt="0"/>
      <dgm:spPr/>
    </dgm:pt>
    <dgm:pt modelId="{515BB7EE-9CD8-4EAA-A328-59871328A0ED}" type="pres">
      <dgm:prSet presAssocID="{B89E3299-23EC-4C00-9931-9172647AD5E5}" presName="childText" presStyleLbl="conFgAcc1" presStyleIdx="0" presStyleCnt="2">
        <dgm:presLayoutVars>
          <dgm:bulletEnabled val="1"/>
        </dgm:presLayoutVars>
      </dgm:prSet>
      <dgm:spPr/>
    </dgm:pt>
    <dgm:pt modelId="{F1B28040-B90C-4E7B-B8D2-DF92F320B03A}" type="pres">
      <dgm:prSet presAssocID="{D51808C6-5DBC-4BEC-82B9-4D19F7872533}" presName="spaceBetweenRectangles" presStyleCnt="0"/>
      <dgm:spPr/>
    </dgm:pt>
    <dgm:pt modelId="{477855D4-AF61-4473-98AA-8E3D53A5C432}" type="pres">
      <dgm:prSet presAssocID="{694885C1-C5FC-4B52-AB4A-C1E488527305}" presName="parentLin" presStyleCnt="0"/>
      <dgm:spPr/>
    </dgm:pt>
    <dgm:pt modelId="{30F28432-87A0-4A22-9948-305364A93152}" type="pres">
      <dgm:prSet presAssocID="{694885C1-C5FC-4B52-AB4A-C1E488527305}" presName="parentLeftMargin" presStyleLbl="node1" presStyleIdx="0" presStyleCnt="2"/>
      <dgm:spPr/>
    </dgm:pt>
    <dgm:pt modelId="{0AB82E61-0738-42FB-9C9F-5BC53FA261F3}" type="pres">
      <dgm:prSet presAssocID="{694885C1-C5FC-4B52-AB4A-C1E48852730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EEE9618-43F6-42CA-A946-7D96CD82F4FA}" type="pres">
      <dgm:prSet presAssocID="{694885C1-C5FC-4B52-AB4A-C1E488527305}" presName="negativeSpace" presStyleCnt="0"/>
      <dgm:spPr/>
    </dgm:pt>
    <dgm:pt modelId="{A790548F-6D9F-409E-BE40-FB9E70C40C2A}" type="pres">
      <dgm:prSet presAssocID="{694885C1-C5FC-4B52-AB4A-C1E48852730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E285D0E-CD9C-4373-ADC2-645047968C4D}" srcId="{694885C1-C5FC-4B52-AB4A-C1E488527305}" destId="{60FB4105-B7E5-4424-88E5-FD04D3B92E19}" srcOrd="4" destOrd="0" parTransId="{880D9C41-77B9-45F4-BA3C-9286C3130AB1}" sibTransId="{7CE334C6-C594-4DE9-9633-A68AF96C37FE}"/>
    <dgm:cxn modelId="{6D3C8A0F-F545-4A16-B1B0-C13F2F3A5942}" type="presOf" srcId="{B89E3299-23EC-4C00-9931-9172647AD5E5}" destId="{1906D369-9CD1-47CD-8280-EBC73A1D040A}" srcOrd="1" destOrd="0" presId="urn:microsoft.com/office/officeart/2005/8/layout/list1"/>
    <dgm:cxn modelId="{16A18615-2888-4D20-AAB7-AB75B525ABAD}" srcId="{694885C1-C5FC-4B52-AB4A-C1E488527305}" destId="{33E381CF-FCCD-4C3F-86F6-7AEB4E842B8F}" srcOrd="1" destOrd="0" parTransId="{C65003E2-508C-4792-A533-E85AD376B1D0}" sibTransId="{B9DF2AF8-9745-4999-9630-31FB313692A2}"/>
    <dgm:cxn modelId="{E8006B36-FBFC-47C5-B1A7-521C66CEF3EB}" type="presOf" srcId="{694885C1-C5FC-4B52-AB4A-C1E488527305}" destId="{30F28432-87A0-4A22-9948-305364A93152}" srcOrd="0" destOrd="0" presId="urn:microsoft.com/office/officeart/2005/8/layout/list1"/>
    <dgm:cxn modelId="{3349F43D-18F5-4740-AE30-377EC9D97BE3}" type="presOf" srcId="{33E381CF-FCCD-4C3F-86F6-7AEB4E842B8F}" destId="{A790548F-6D9F-409E-BE40-FB9E70C40C2A}" srcOrd="0" destOrd="1" presId="urn:microsoft.com/office/officeart/2005/8/layout/list1"/>
    <dgm:cxn modelId="{63F88240-45ED-434B-9671-BCE57CC8F50C}" type="presOf" srcId="{60FB4105-B7E5-4424-88E5-FD04D3B92E19}" destId="{A790548F-6D9F-409E-BE40-FB9E70C40C2A}" srcOrd="0" destOrd="4" presId="urn:microsoft.com/office/officeart/2005/8/layout/list1"/>
    <dgm:cxn modelId="{5382B944-9A01-42C9-B75D-47DBC059C7F9}" srcId="{694885C1-C5FC-4B52-AB4A-C1E488527305}" destId="{68ACF721-F680-4521-8D2B-A80F4A925E55}" srcOrd="0" destOrd="0" parTransId="{36823259-8BC2-492F-8657-191CEE7BC146}" sibTransId="{9CAB04DB-6CA3-4B21-8F5A-05EA1293CFDE}"/>
    <dgm:cxn modelId="{82997256-B984-4F13-AAE1-15092FA7ED61}" srcId="{694885C1-C5FC-4B52-AB4A-C1E488527305}" destId="{9A241ED5-320F-4CD9-9E95-917338B484BD}" srcOrd="3" destOrd="0" parTransId="{DACC4252-C378-406F-922B-31A066F5D202}" sibTransId="{43E521CA-9768-45C2-827E-DBB64AAF7724}"/>
    <dgm:cxn modelId="{34AE3C59-8777-4AF9-9819-BE48D28C1425}" type="presOf" srcId="{68ACF721-F680-4521-8D2B-A80F4A925E55}" destId="{A790548F-6D9F-409E-BE40-FB9E70C40C2A}" srcOrd="0" destOrd="0" presId="urn:microsoft.com/office/officeart/2005/8/layout/list1"/>
    <dgm:cxn modelId="{3035DEA2-9D23-43D5-B61A-3E0CD4442F7A}" type="presOf" srcId="{F06C8653-BE14-46C0-A6AE-C19CF854924A}" destId="{A790548F-6D9F-409E-BE40-FB9E70C40C2A}" srcOrd="0" destOrd="2" presId="urn:microsoft.com/office/officeart/2005/8/layout/list1"/>
    <dgm:cxn modelId="{D220FCA7-C7EB-4551-A064-BE54E3E71A47}" type="presOf" srcId="{694885C1-C5FC-4B52-AB4A-C1E488527305}" destId="{0AB82E61-0738-42FB-9C9F-5BC53FA261F3}" srcOrd="1" destOrd="0" presId="urn:microsoft.com/office/officeart/2005/8/layout/list1"/>
    <dgm:cxn modelId="{E11F57CA-3909-43BA-81D2-F1EB9AF84E99}" srcId="{694885C1-C5FC-4B52-AB4A-C1E488527305}" destId="{F06C8653-BE14-46C0-A6AE-C19CF854924A}" srcOrd="2" destOrd="0" parTransId="{9E8DC15F-320D-4156-B167-E7B4A615C77E}" sibTransId="{B7283D48-DEF4-4509-8398-5DA3348B57F9}"/>
    <dgm:cxn modelId="{83B052DB-C1B2-471D-BC99-449F147AD30C}" type="presOf" srcId="{3CE115AC-7AC6-4618-8A28-B232F5506F9B}" destId="{FC4A1E0F-9C60-4A5E-8AC6-74FD9350D554}" srcOrd="0" destOrd="0" presId="urn:microsoft.com/office/officeart/2005/8/layout/list1"/>
    <dgm:cxn modelId="{FBD0DCDB-2954-4CAE-9321-ED25662FB256}" type="presOf" srcId="{9A241ED5-320F-4CD9-9E95-917338B484BD}" destId="{A790548F-6D9F-409E-BE40-FB9E70C40C2A}" srcOrd="0" destOrd="3" presId="urn:microsoft.com/office/officeart/2005/8/layout/list1"/>
    <dgm:cxn modelId="{FA9D94DC-2211-4861-9D7B-BCDBEA948E03}" srcId="{3CE115AC-7AC6-4618-8A28-B232F5506F9B}" destId="{B89E3299-23EC-4C00-9931-9172647AD5E5}" srcOrd="0" destOrd="0" parTransId="{A1A168BE-AD6C-4737-A6DA-919D8326DF4C}" sibTransId="{D51808C6-5DBC-4BEC-82B9-4D19F7872533}"/>
    <dgm:cxn modelId="{6F500EF0-0360-46A5-B7DC-9E78A9DF6E6F}" srcId="{3CE115AC-7AC6-4618-8A28-B232F5506F9B}" destId="{694885C1-C5FC-4B52-AB4A-C1E488527305}" srcOrd="1" destOrd="0" parTransId="{E334E05E-515C-44B0-8C82-989098CA3BC7}" sibTransId="{8508B9D1-39B6-4A51-97EA-FF4D99D4977A}"/>
    <dgm:cxn modelId="{942052FD-AD24-4659-A88B-1750D1B2E979}" type="presOf" srcId="{B89E3299-23EC-4C00-9931-9172647AD5E5}" destId="{F7F1DD42-E1C8-4989-875C-554B4242E71A}" srcOrd="0" destOrd="0" presId="urn:microsoft.com/office/officeart/2005/8/layout/list1"/>
    <dgm:cxn modelId="{AD07143E-A3DD-48C4-9657-916A656FE5D3}" type="presParOf" srcId="{FC4A1E0F-9C60-4A5E-8AC6-74FD9350D554}" destId="{28404B93-983E-433C-A205-7582737F8531}" srcOrd="0" destOrd="0" presId="urn:microsoft.com/office/officeart/2005/8/layout/list1"/>
    <dgm:cxn modelId="{33E9CAB6-D2CF-4B5A-B79E-BBE632807B7E}" type="presParOf" srcId="{28404B93-983E-433C-A205-7582737F8531}" destId="{F7F1DD42-E1C8-4989-875C-554B4242E71A}" srcOrd="0" destOrd="0" presId="urn:microsoft.com/office/officeart/2005/8/layout/list1"/>
    <dgm:cxn modelId="{2F125F94-961F-4B40-90A9-C96F4253957F}" type="presParOf" srcId="{28404B93-983E-433C-A205-7582737F8531}" destId="{1906D369-9CD1-47CD-8280-EBC73A1D040A}" srcOrd="1" destOrd="0" presId="urn:microsoft.com/office/officeart/2005/8/layout/list1"/>
    <dgm:cxn modelId="{7BC927DE-650A-42CB-AB9B-45A60BBE826B}" type="presParOf" srcId="{FC4A1E0F-9C60-4A5E-8AC6-74FD9350D554}" destId="{607CB2FC-27F8-4887-9ADD-9B859182EA19}" srcOrd="1" destOrd="0" presId="urn:microsoft.com/office/officeart/2005/8/layout/list1"/>
    <dgm:cxn modelId="{7382AAB5-00F2-4825-9D5B-DC76BBF10B1F}" type="presParOf" srcId="{FC4A1E0F-9C60-4A5E-8AC6-74FD9350D554}" destId="{515BB7EE-9CD8-4EAA-A328-59871328A0ED}" srcOrd="2" destOrd="0" presId="urn:microsoft.com/office/officeart/2005/8/layout/list1"/>
    <dgm:cxn modelId="{DACE0734-E017-4671-B823-218E19E4ABB3}" type="presParOf" srcId="{FC4A1E0F-9C60-4A5E-8AC6-74FD9350D554}" destId="{F1B28040-B90C-4E7B-B8D2-DF92F320B03A}" srcOrd="3" destOrd="0" presId="urn:microsoft.com/office/officeart/2005/8/layout/list1"/>
    <dgm:cxn modelId="{182483C8-0798-4E8B-90B5-3D3506108E01}" type="presParOf" srcId="{FC4A1E0F-9C60-4A5E-8AC6-74FD9350D554}" destId="{477855D4-AF61-4473-98AA-8E3D53A5C432}" srcOrd="4" destOrd="0" presId="urn:microsoft.com/office/officeart/2005/8/layout/list1"/>
    <dgm:cxn modelId="{90D7DEFF-76A1-4912-97B5-3A03A1FC51FA}" type="presParOf" srcId="{477855D4-AF61-4473-98AA-8E3D53A5C432}" destId="{30F28432-87A0-4A22-9948-305364A93152}" srcOrd="0" destOrd="0" presId="urn:microsoft.com/office/officeart/2005/8/layout/list1"/>
    <dgm:cxn modelId="{6E80A8BB-E176-49AC-AC9C-887552E96931}" type="presParOf" srcId="{477855D4-AF61-4473-98AA-8E3D53A5C432}" destId="{0AB82E61-0738-42FB-9C9F-5BC53FA261F3}" srcOrd="1" destOrd="0" presId="urn:microsoft.com/office/officeart/2005/8/layout/list1"/>
    <dgm:cxn modelId="{A5A71C54-5500-4DE7-BC1A-8345F2D679A6}" type="presParOf" srcId="{FC4A1E0F-9C60-4A5E-8AC6-74FD9350D554}" destId="{7EEE9618-43F6-42CA-A946-7D96CD82F4FA}" srcOrd="5" destOrd="0" presId="urn:microsoft.com/office/officeart/2005/8/layout/list1"/>
    <dgm:cxn modelId="{C97FCF43-CEC0-4AFA-9851-6ECE2B1D1C62}" type="presParOf" srcId="{FC4A1E0F-9C60-4A5E-8AC6-74FD9350D554}" destId="{A790548F-6D9F-409E-BE40-FB9E70C40C2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E115AC-7AC6-4618-8A28-B232F5506F9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89E3299-23EC-4C00-9931-9172647AD5E5}">
      <dgm:prSet/>
      <dgm:spPr/>
      <dgm:t>
        <a:bodyPr/>
        <a:lstStyle/>
        <a:p>
          <a:r>
            <a:rPr lang="hu-HU" dirty="0"/>
            <a:t>Linux Ubuntu server 24.04</a:t>
          </a:r>
          <a:endParaRPr lang="en-US" dirty="0"/>
        </a:p>
      </dgm:t>
    </dgm:pt>
    <dgm:pt modelId="{A1A168BE-AD6C-4737-A6DA-919D8326DF4C}" type="parTrans" cxnId="{FA9D94DC-2211-4861-9D7B-BCDBEA948E03}">
      <dgm:prSet/>
      <dgm:spPr/>
      <dgm:t>
        <a:bodyPr/>
        <a:lstStyle/>
        <a:p>
          <a:endParaRPr lang="en-US"/>
        </a:p>
      </dgm:t>
    </dgm:pt>
    <dgm:pt modelId="{D51808C6-5DBC-4BEC-82B9-4D19F7872533}" type="sibTrans" cxnId="{FA9D94DC-2211-4861-9D7B-BCDBEA948E03}">
      <dgm:prSet/>
      <dgm:spPr/>
      <dgm:t>
        <a:bodyPr/>
        <a:lstStyle/>
        <a:p>
          <a:endParaRPr lang="en-US"/>
        </a:p>
      </dgm:t>
    </dgm:pt>
    <dgm:pt modelId="{694885C1-C5FC-4B52-AB4A-C1E488527305}">
      <dgm:prSet/>
      <dgm:spPr/>
      <dgm:t>
        <a:bodyPr/>
        <a:lstStyle/>
        <a:p>
          <a:r>
            <a:rPr lang="hu-HU"/>
            <a:t>Szolgáltatások:</a:t>
          </a:r>
          <a:endParaRPr lang="en-US"/>
        </a:p>
      </dgm:t>
    </dgm:pt>
    <dgm:pt modelId="{E334E05E-515C-44B0-8C82-989098CA3BC7}" type="parTrans" cxnId="{6F500EF0-0360-46A5-B7DC-9E78A9DF6E6F}">
      <dgm:prSet/>
      <dgm:spPr/>
      <dgm:t>
        <a:bodyPr/>
        <a:lstStyle/>
        <a:p>
          <a:endParaRPr lang="en-US"/>
        </a:p>
      </dgm:t>
    </dgm:pt>
    <dgm:pt modelId="{8508B9D1-39B6-4A51-97EA-FF4D99D4977A}" type="sibTrans" cxnId="{6F500EF0-0360-46A5-B7DC-9E78A9DF6E6F}">
      <dgm:prSet/>
      <dgm:spPr/>
      <dgm:t>
        <a:bodyPr/>
        <a:lstStyle/>
        <a:p>
          <a:endParaRPr lang="en-US"/>
        </a:p>
      </dgm:t>
    </dgm:pt>
    <dgm:pt modelId="{68ACF721-F680-4521-8D2B-A80F4A925E55}">
      <dgm:prSet/>
      <dgm:spPr/>
      <dgm:t>
        <a:bodyPr/>
        <a:lstStyle/>
        <a:p>
          <a:r>
            <a:rPr lang="hu-HU" dirty="0"/>
            <a:t>DHCPv4</a:t>
          </a:r>
          <a:endParaRPr lang="en-US" dirty="0"/>
        </a:p>
      </dgm:t>
    </dgm:pt>
    <dgm:pt modelId="{36823259-8BC2-492F-8657-191CEE7BC146}" type="parTrans" cxnId="{5382B944-9A01-42C9-B75D-47DBC059C7F9}">
      <dgm:prSet/>
      <dgm:spPr/>
      <dgm:t>
        <a:bodyPr/>
        <a:lstStyle/>
        <a:p>
          <a:endParaRPr lang="en-US"/>
        </a:p>
      </dgm:t>
    </dgm:pt>
    <dgm:pt modelId="{9CAB04DB-6CA3-4B21-8F5A-05EA1293CFDE}" type="sibTrans" cxnId="{5382B944-9A01-42C9-B75D-47DBC059C7F9}">
      <dgm:prSet/>
      <dgm:spPr/>
      <dgm:t>
        <a:bodyPr/>
        <a:lstStyle/>
        <a:p>
          <a:endParaRPr lang="en-US"/>
        </a:p>
      </dgm:t>
    </dgm:pt>
    <dgm:pt modelId="{8F163317-1D31-4B27-B654-44328CA48C2E}">
      <dgm:prSet/>
      <dgm:spPr/>
      <dgm:t>
        <a:bodyPr/>
        <a:lstStyle/>
        <a:p>
          <a:r>
            <a:rPr lang="hu-HU" dirty="0" err="1"/>
            <a:t>Radius</a:t>
          </a:r>
          <a:r>
            <a:rPr lang="hu-HU" dirty="0"/>
            <a:t> szerver</a:t>
          </a:r>
          <a:endParaRPr lang="en-US" dirty="0"/>
        </a:p>
      </dgm:t>
    </dgm:pt>
    <dgm:pt modelId="{8BE7AF89-7C8F-4C31-A6D5-84DA0E2156B2}" type="parTrans" cxnId="{3337EF4F-71A7-4A12-9978-0F6613EDBE60}">
      <dgm:prSet/>
      <dgm:spPr/>
      <dgm:t>
        <a:bodyPr/>
        <a:lstStyle/>
        <a:p>
          <a:endParaRPr lang="hu-HU"/>
        </a:p>
      </dgm:t>
    </dgm:pt>
    <dgm:pt modelId="{EE47FECA-8451-4451-8511-DD4EB192AA67}" type="sibTrans" cxnId="{3337EF4F-71A7-4A12-9978-0F6613EDBE60}">
      <dgm:prSet/>
      <dgm:spPr/>
      <dgm:t>
        <a:bodyPr/>
        <a:lstStyle/>
        <a:p>
          <a:endParaRPr lang="hu-HU"/>
        </a:p>
      </dgm:t>
    </dgm:pt>
    <dgm:pt modelId="{FC4A1E0F-9C60-4A5E-8AC6-74FD9350D554}" type="pres">
      <dgm:prSet presAssocID="{3CE115AC-7AC6-4618-8A28-B232F5506F9B}" presName="linear" presStyleCnt="0">
        <dgm:presLayoutVars>
          <dgm:dir/>
          <dgm:animLvl val="lvl"/>
          <dgm:resizeHandles val="exact"/>
        </dgm:presLayoutVars>
      </dgm:prSet>
      <dgm:spPr/>
    </dgm:pt>
    <dgm:pt modelId="{28404B93-983E-433C-A205-7582737F8531}" type="pres">
      <dgm:prSet presAssocID="{B89E3299-23EC-4C00-9931-9172647AD5E5}" presName="parentLin" presStyleCnt="0"/>
      <dgm:spPr/>
    </dgm:pt>
    <dgm:pt modelId="{F7F1DD42-E1C8-4989-875C-554B4242E71A}" type="pres">
      <dgm:prSet presAssocID="{B89E3299-23EC-4C00-9931-9172647AD5E5}" presName="parentLeftMargin" presStyleLbl="node1" presStyleIdx="0" presStyleCnt="2"/>
      <dgm:spPr/>
    </dgm:pt>
    <dgm:pt modelId="{1906D369-9CD1-47CD-8280-EBC73A1D040A}" type="pres">
      <dgm:prSet presAssocID="{B89E3299-23EC-4C00-9931-9172647AD5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7CB2FC-27F8-4887-9ADD-9B859182EA19}" type="pres">
      <dgm:prSet presAssocID="{B89E3299-23EC-4C00-9931-9172647AD5E5}" presName="negativeSpace" presStyleCnt="0"/>
      <dgm:spPr/>
    </dgm:pt>
    <dgm:pt modelId="{515BB7EE-9CD8-4EAA-A328-59871328A0ED}" type="pres">
      <dgm:prSet presAssocID="{B89E3299-23EC-4C00-9931-9172647AD5E5}" presName="childText" presStyleLbl="conFgAcc1" presStyleIdx="0" presStyleCnt="2">
        <dgm:presLayoutVars>
          <dgm:bulletEnabled val="1"/>
        </dgm:presLayoutVars>
      </dgm:prSet>
      <dgm:spPr/>
    </dgm:pt>
    <dgm:pt modelId="{F1B28040-B90C-4E7B-B8D2-DF92F320B03A}" type="pres">
      <dgm:prSet presAssocID="{D51808C6-5DBC-4BEC-82B9-4D19F7872533}" presName="spaceBetweenRectangles" presStyleCnt="0"/>
      <dgm:spPr/>
    </dgm:pt>
    <dgm:pt modelId="{477855D4-AF61-4473-98AA-8E3D53A5C432}" type="pres">
      <dgm:prSet presAssocID="{694885C1-C5FC-4B52-AB4A-C1E488527305}" presName="parentLin" presStyleCnt="0"/>
      <dgm:spPr/>
    </dgm:pt>
    <dgm:pt modelId="{30F28432-87A0-4A22-9948-305364A93152}" type="pres">
      <dgm:prSet presAssocID="{694885C1-C5FC-4B52-AB4A-C1E488527305}" presName="parentLeftMargin" presStyleLbl="node1" presStyleIdx="0" presStyleCnt="2"/>
      <dgm:spPr/>
    </dgm:pt>
    <dgm:pt modelId="{0AB82E61-0738-42FB-9C9F-5BC53FA261F3}" type="pres">
      <dgm:prSet presAssocID="{694885C1-C5FC-4B52-AB4A-C1E48852730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EEE9618-43F6-42CA-A946-7D96CD82F4FA}" type="pres">
      <dgm:prSet presAssocID="{694885C1-C5FC-4B52-AB4A-C1E488527305}" presName="negativeSpace" presStyleCnt="0"/>
      <dgm:spPr/>
    </dgm:pt>
    <dgm:pt modelId="{A790548F-6D9F-409E-BE40-FB9E70C40C2A}" type="pres">
      <dgm:prSet presAssocID="{694885C1-C5FC-4B52-AB4A-C1E48852730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B414F01-71AC-4306-B867-CF8092E3CD6F}" type="presOf" srcId="{8F163317-1D31-4B27-B654-44328CA48C2E}" destId="{A790548F-6D9F-409E-BE40-FB9E70C40C2A}" srcOrd="0" destOrd="1" presId="urn:microsoft.com/office/officeart/2005/8/layout/list1"/>
    <dgm:cxn modelId="{6D3C8A0F-F545-4A16-B1B0-C13F2F3A5942}" type="presOf" srcId="{B89E3299-23EC-4C00-9931-9172647AD5E5}" destId="{1906D369-9CD1-47CD-8280-EBC73A1D040A}" srcOrd="1" destOrd="0" presId="urn:microsoft.com/office/officeart/2005/8/layout/list1"/>
    <dgm:cxn modelId="{E8006B36-FBFC-47C5-B1A7-521C66CEF3EB}" type="presOf" srcId="{694885C1-C5FC-4B52-AB4A-C1E488527305}" destId="{30F28432-87A0-4A22-9948-305364A93152}" srcOrd="0" destOrd="0" presId="urn:microsoft.com/office/officeart/2005/8/layout/list1"/>
    <dgm:cxn modelId="{5382B944-9A01-42C9-B75D-47DBC059C7F9}" srcId="{694885C1-C5FC-4B52-AB4A-C1E488527305}" destId="{68ACF721-F680-4521-8D2B-A80F4A925E55}" srcOrd="0" destOrd="0" parTransId="{36823259-8BC2-492F-8657-191CEE7BC146}" sibTransId="{9CAB04DB-6CA3-4B21-8F5A-05EA1293CFDE}"/>
    <dgm:cxn modelId="{3337EF4F-71A7-4A12-9978-0F6613EDBE60}" srcId="{694885C1-C5FC-4B52-AB4A-C1E488527305}" destId="{8F163317-1D31-4B27-B654-44328CA48C2E}" srcOrd="1" destOrd="0" parTransId="{8BE7AF89-7C8F-4C31-A6D5-84DA0E2156B2}" sibTransId="{EE47FECA-8451-4451-8511-DD4EB192AA67}"/>
    <dgm:cxn modelId="{34AE3C59-8777-4AF9-9819-BE48D28C1425}" type="presOf" srcId="{68ACF721-F680-4521-8D2B-A80F4A925E55}" destId="{A790548F-6D9F-409E-BE40-FB9E70C40C2A}" srcOrd="0" destOrd="0" presId="urn:microsoft.com/office/officeart/2005/8/layout/list1"/>
    <dgm:cxn modelId="{D220FCA7-C7EB-4551-A064-BE54E3E71A47}" type="presOf" srcId="{694885C1-C5FC-4B52-AB4A-C1E488527305}" destId="{0AB82E61-0738-42FB-9C9F-5BC53FA261F3}" srcOrd="1" destOrd="0" presId="urn:microsoft.com/office/officeart/2005/8/layout/list1"/>
    <dgm:cxn modelId="{83B052DB-C1B2-471D-BC99-449F147AD30C}" type="presOf" srcId="{3CE115AC-7AC6-4618-8A28-B232F5506F9B}" destId="{FC4A1E0F-9C60-4A5E-8AC6-74FD9350D554}" srcOrd="0" destOrd="0" presId="urn:microsoft.com/office/officeart/2005/8/layout/list1"/>
    <dgm:cxn modelId="{FA9D94DC-2211-4861-9D7B-BCDBEA948E03}" srcId="{3CE115AC-7AC6-4618-8A28-B232F5506F9B}" destId="{B89E3299-23EC-4C00-9931-9172647AD5E5}" srcOrd="0" destOrd="0" parTransId="{A1A168BE-AD6C-4737-A6DA-919D8326DF4C}" sibTransId="{D51808C6-5DBC-4BEC-82B9-4D19F7872533}"/>
    <dgm:cxn modelId="{6F500EF0-0360-46A5-B7DC-9E78A9DF6E6F}" srcId="{3CE115AC-7AC6-4618-8A28-B232F5506F9B}" destId="{694885C1-C5FC-4B52-AB4A-C1E488527305}" srcOrd="1" destOrd="0" parTransId="{E334E05E-515C-44B0-8C82-989098CA3BC7}" sibTransId="{8508B9D1-39B6-4A51-97EA-FF4D99D4977A}"/>
    <dgm:cxn modelId="{942052FD-AD24-4659-A88B-1750D1B2E979}" type="presOf" srcId="{B89E3299-23EC-4C00-9931-9172647AD5E5}" destId="{F7F1DD42-E1C8-4989-875C-554B4242E71A}" srcOrd="0" destOrd="0" presId="urn:microsoft.com/office/officeart/2005/8/layout/list1"/>
    <dgm:cxn modelId="{AD07143E-A3DD-48C4-9657-916A656FE5D3}" type="presParOf" srcId="{FC4A1E0F-9C60-4A5E-8AC6-74FD9350D554}" destId="{28404B93-983E-433C-A205-7582737F8531}" srcOrd="0" destOrd="0" presId="urn:microsoft.com/office/officeart/2005/8/layout/list1"/>
    <dgm:cxn modelId="{33E9CAB6-D2CF-4B5A-B79E-BBE632807B7E}" type="presParOf" srcId="{28404B93-983E-433C-A205-7582737F8531}" destId="{F7F1DD42-E1C8-4989-875C-554B4242E71A}" srcOrd="0" destOrd="0" presId="urn:microsoft.com/office/officeart/2005/8/layout/list1"/>
    <dgm:cxn modelId="{2F125F94-961F-4B40-90A9-C96F4253957F}" type="presParOf" srcId="{28404B93-983E-433C-A205-7582737F8531}" destId="{1906D369-9CD1-47CD-8280-EBC73A1D040A}" srcOrd="1" destOrd="0" presId="urn:microsoft.com/office/officeart/2005/8/layout/list1"/>
    <dgm:cxn modelId="{7BC927DE-650A-42CB-AB9B-45A60BBE826B}" type="presParOf" srcId="{FC4A1E0F-9C60-4A5E-8AC6-74FD9350D554}" destId="{607CB2FC-27F8-4887-9ADD-9B859182EA19}" srcOrd="1" destOrd="0" presId="urn:microsoft.com/office/officeart/2005/8/layout/list1"/>
    <dgm:cxn modelId="{7382AAB5-00F2-4825-9D5B-DC76BBF10B1F}" type="presParOf" srcId="{FC4A1E0F-9C60-4A5E-8AC6-74FD9350D554}" destId="{515BB7EE-9CD8-4EAA-A328-59871328A0ED}" srcOrd="2" destOrd="0" presId="urn:microsoft.com/office/officeart/2005/8/layout/list1"/>
    <dgm:cxn modelId="{DACE0734-E017-4671-B823-218E19E4ABB3}" type="presParOf" srcId="{FC4A1E0F-9C60-4A5E-8AC6-74FD9350D554}" destId="{F1B28040-B90C-4E7B-B8D2-DF92F320B03A}" srcOrd="3" destOrd="0" presId="urn:microsoft.com/office/officeart/2005/8/layout/list1"/>
    <dgm:cxn modelId="{182483C8-0798-4E8B-90B5-3D3506108E01}" type="presParOf" srcId="{FC4A1E0F-9C60-4A5E-8AC6-74FD9350D554}" destId="{477855D4-AF61-4473-98AA-8E3D53A5C432}" srcOrd="4" destOrd="0" presId="urn:microsoft.com/office/officeart/2005/8/layout/list1"/>
    <dgm:cxn modelId="{90D7DEFF-76A1-4912-97B5-3A03A1FC51FA}" type="presParOf" srcId="{477855D4-AF61-4473-98AA-8E3D53A5C432}" destId="{30F28432-87A0-4A22-9948-305364A93152}" srcOrd="0" destOrd="0" presId="urn:microsoft.com/office/officeart/2005/8/layout/list1"/>
    <dgm:cxn modelId="{6E80A8BB-E176-49AC-AC9C-887552E96931}" type="presParOf" srcId="{477855D4-AF61-4473-98AA-8E3D53A5C432}" destId="{0AB82E61-0738-42FB-9C9F-5BC53FA261F3}" srcOrd="1" destOrd="0" presId="urn:microsoft.com/office/officeart/2005/8/layout/list1"/>
    <dgm:cxn modelId="{A5A71C54-5500-4DE7-BC1A-8345F2D679A6}" type="presParOf" srcId="{FC4A1E0F-9C60-4A5E-8AC6-74FD9350D554}" destId="{7EEE9618-43F6-42CA-A946-7D96CD82F4FA}" srcOrd="5" destOrd="0" presId="urn:microsoft.com/office/officeart/2005/8/layout/list1"/>
    <dgm:cxn modelId="{C97FCF43-CEC0-4AFA-9851-6ECE2B1D1C62}" type="presParOf" srcId="{FC4A1E0F-9C60-4A5E-8AC6-74FD9350D554}" destId="{A790548F-6D9F-409E-BE40-FB9E70C40C2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203165-E6D8-48B3-8842-4073041B93C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930AA98-5909-4FB1-8ECA-130A0429A058}">
      <dgm:prSet/>
      <dgm:spPr/>
      <dgm:t>
        <a:bodyPr/>
        <a:lstStyle/>
        <a:p>
          <a:r>
            <a:rPr lang="hu-HU"/>
            <a:t>HSRP protocol</a:t>
          </a:r>
          <a:endParaRPr lang="en-US"/>
        </a:p>
      </dgm:t>
    </dgm:pt>
    <dgm:pt modelId="{AE0D6336-DE70-4578-8799-0B969CBD6301}" type="parTrans" cxnId="{EF92A749-4BE6-45B3-B7DF-9853354E2199}">
      <dgm:prSet/>
      <dgm:spPr/>
      <dgm:t>
        <a:bodyPr/>
        <a:lstStyle/>
        <a:p>
          <a:endParaRPr lang="en-US"/>
        </a:p>
      </dgm:t>
    </dgm:pt>
    <dgm:pt modelId="{A7DEC4DD-6264-4675-992F-CCEC3E6734F5}" type="sibTrans" cxnId="{EF92A749-4BE6-45B3-B7DF-9853354E2199}">
      <dgm:prSet/>
      <dgm:spPr/>
      <dgm:t>
        <a:bodyPr/>
        <a:lstStyle/>
        <a:p>
          <a:endParaRPr lang="en-US"/>
        </a:p>
      </dgm:t>
    </dgm:pt>
    <dgm:pt modelId="{53CCA756-3E68-4A89-995A-BA4275E054E0}">
      <dgm:prSet/>
      <dgm:spPr/>
      <dgm:t>
        <a:bodyPr/>
        <a:lstStyle/>
        <a:p>
          <a:r>
            <a:rPr lang="hu-HU"/>
            <a:t>VPN</a:t>
          </a:r>
          <a:endParaRPr lang="en-US"/>
        </a:p>
      </dgm:t>
    </dgm:pt>
    <dgm:pt modelId="{08AC7510-87D1-4BC9-BFF2-61B2DBD47A4B}" type="parTrans" cxnId="{9204107B-6CD8-4A80-8D32-12B54FA6028B}">
      <dgm:prSet/>
      <dgm:spPr/>
      <dgm:t>
        <a:bodyPr/>
        <a:lstStyle/>
        <a:p>
          <a:endParaRPr lang="en-US"/>
        </a:p>
      </dgm:t>
    </dgm:pt>
    <dgm:pt modelId="{F10706F6-D22F-4ABE-84DE-D34828E29CFF}" type="sibTrans" cxnId="{9204107B-6CD8-4A80-8D32-12B54FA6028B}">
      <dgm:prSet/>
      <dgm:spPr/>
      <dgm:t>
        <a:bodyPr/>
        <a:lstStyle/>
        <a:p>
          <a:endParaRPr lang="en-US"/>
        </a:p>
      </dgm:t>
    </dgm:pt>
    <dgm:pt modelId="{42F98006-DE70-4BE7-A9CC-E15978CACA5A}">
      <dgm:prSet/>
      <dgm:spPr/>
      <dgm:t>
        <a:bodyPr/>
        <a:lstStyle/>
        <a:p>
          <a:r>
            <a:rPr lang="hu-HU"/>
            <a:t>ASA tűzfal</a:t>
          </a:r>
          <a:endParaRPr lang="en-US"/>
        </a:p>
      </dgm:t>
    </dgm:pt>
    <dgm:pt modelId="{42BACE87-3FBD-43A6-8F85-28C87A675E70}" type="parTrans" cxnId="{F44211F3-5E16-4485-B5E6-EF36A87C24F3}">
      <dgm:prSet/>
      <dgm:spPr/>
      <dgm:t>
        <a:bodyPr/>
        <a:lstStyle/>
        <a:p>
          <a:endParaRPr lang="en-US"/>
        </a:p>
      </dgm:t>
    </dgm:pt>
    <dgm:pt modelId="{A43CD56C-592C-4CCB-B602-CA6862BA5475}" type="sibTrans" cxnId="{F44211F3-5E16-4485-B5E6-EF36A87C24F3}">
      <dgm:prSet/>
      <dgm:spPr/>
      <dgm:t>
        <a:bodyPr/>
        <a:lstStyle/>
        <a:p>
          <a:endParaRPr lang="en-US"/>
        </a:p>
      </dgm:t>
    </dgm:pt>
    <dgm:pt modelId="{80B8A717-BEF7-45EB-BE75-4B13D8018CD1}">
      <dgm:prSet/>
      <dgm:spPr/>
      <dgm:t>
        <a:bodyPr/>
        <a:lstStyle/>
        <a:p>
          <a:r>
            <a:rPr lang="hu-HU"/>
            <a:t>Hálózatprogramozás</a:t>
          </a:r>
          <a:endParaRPr lang="en-US"/>
        </a:p>
      </dgm:t>
    </dgm:pt>
    <dgm:pt modelId="{34F43AB6-308E-4392-854B-FFB3FEAB362A}" type="parTrans" cxnId="{3FDFB22C-9E39-4E19-9106-602F94152AAF}">
      <dgm:prSet/>
      <dgm:spPr/>
      <dgm:t>
        <a:bodyPr/>
        <a:lstStyle/>
        <a:p>
          <a:endParaRPr lang="en-US"/>
        </a:p>
      </dgm:t>
    </dgm:pt>
    <dgm:pt modelId="{EFCEEBFA-B403-41A5-A4DA-049421DC5930}" type="sibTrans" cxnId="{3FDFB22C-9E39-4E19-9106-602F94152AAF}">
      <dgm:prSet/>
      <dgm:spPr/>
      <dgm:t>
        <a:bodyPr/>
        <a:lstStyle/>
        <a:p>
          <a:endParaRPr lang="en-US"/>
        </a:p>
      </dgm:t>
    </dgm:pt>
    <dgm:pt modelId="{C9341DB5-A3F3-4D8E-BBA7-28276E390DE7}" type="pres">
      <dgm:prSet presAssocID="{AB203165-E6D8-48B3-8842-4073041B93C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00052B5-F7ED-4103-AD9B-3E06713C0380}" type="pres">
      <dgm:prSet presAssocID="{2930AA98-5909-4FB1-8ECA-130A0429A058}" presName="hierRoot1" presStyleCnt="0"/>
      <dgm:spPr/>
    </dgm:pt>
    <dgm:pt modelId="{B7040B60-FD60-4322-964B-22A1B6014EA4}" type="pres">
      <dgm:prSet presAssocID="{2930AA98-5909-4FB1-8ECA-130A0429A058}" presName="composite" presStyleCnt="0"/>
      <dgm:spPr/>
    </dgm:pt>
    <dgm:pt modelId="{0FB375B9-823B-441A-B9E4-FA27D03E8400}" type="pres">
      <dgm:prSet presAssocID="{2930AA98-5909-4FB1-8ECA-130A0429A058}" presName="background" presStyleLbl="node0" presStyleIdx="0" presStyleCnt="4"/>
      <dgm:spPr/>
    </dgm:pt>
    <dgm:pt modelId="{E555B62C-DC67-4849-A202-785A86FD5A45}" type="pres">
      <dgm:prSet presAssocID="{2930AA98-5909-4FB1-8ECA-130A0429A058}" presName="text" presStyleLbl="fgAcc0" presStyleIdx="0" presStyleCnt="4">
        <dgm:presLayoutVars>
          <dgm:chPref val="3"/>
        </dgm:presLayoutVars>
      </dgm:prSet>
      <dgm:spPr/>
    </dgm:pt>
    <dgm:pt modelId="{21DC6D9E-51A3-489E-AE46-91A80AB035DC}" type="pres">
      <dgm:prSet presAssocID="{2930AA98-5909-4FB1-8ECA-130A0429A058}" presName="hierChild2" presStyleCnt="0"/>
      <dgm:spPr/>
    </dgm:pt>
    <dgm:pt modelId="{32356AA3-3FDD-4C76-9C5E-C1C229B8D62A}" type="pres">
      <dgm:prSet presAssocID="{53CCA756-3E68-4A89-995A-BA4275E054E0}" presName="hierRoot1" presStyleCnt="0"/>
      <dgm:spPr/>
    </dgm:pt>
    <dgm:pt modelId="{241AB58C-72A5-443D-9376-8866DB802F6A}" type="pres">
      <dgm:prSet presAssocID="{53CCA756-3E68-4A89-995A-BA4275E054E0}" presName="composite" presStyleCnt="0"/>
      <dgm:spPr/>
    </dgm:pt>
    <dgm:pt modelId="{5990E17F-3A22-4CDB-92C7-A89B18222BEB}" type="pres">
      <dgm:prSet presAssocID="{53CCA756-3E68-4A89-995A-BA4275E054E0}" presName="background" presStyleLbl="node0" presStyleIdx="1" presStyleCnt="4"/>
      <dgm:spPr/>
    </dgm:pt>
    <dgm:pt modelId="{CD319E74-5776-45A6-9F41-1E3A69CD992A}" type="pres">
      <dgm:prSet presAssocID="{53CCA756-3E68-4A89-995A-BA4275E054E0}" presName="text" presStyleLbl="fgAcc0" presStyleIdx="1" presStyleCnt="4">
        <dgm:presLayoutVars>
          <dgm:chPref val="3"/>
        </dgm:presLayoutVars>
      </dgm:prSet>
      <dgm:spPr/>
    </dgm:pt>
    <dgm:pt modelId="{0EB62F1C-373B-4ECC-B0B7-EA032F45175E}" type="pres">
      <dgm:prSet presAssocID="{53CCA756-3E68-4A89-995A-BA4275E054E0}" presName="hierChild2" presStyleCnt="0"/>
      <dgm:spPr/>
    </dgm:pt>
    <dgm:pt modelId="{0C8A1BF2-196B-40FC-A2D6-2393E2133B16}" type="pres">
      <dgm:prSet presAssocID="{42F98006-DE70-4BE7-A9CC-E15978CACA5A}" presName="hierRoot1" presStyleCnt="0"/>
      <dgm:spPr/>
    </dgm:pt>
    <dgm:pt modelId="{EEE768CA-E290-45AC-BB78-7577967BF297}" type="pres">
      <dgm:prSet presAssocID="{42F98006-DE70-4BE7-A9CC-E15978CACA5A}" presName="composite" presStyleCnt="0"/>
      <dgm:spPr/>
    </dgm:pt>
    <dgm:pt modelId="{6CCC0014-702C-4CAE-9DE2-9E524F06E252}" type="pres">
      <dgm:prSet presAssocID="{42F98006-DE70-4BE7-A9CC-E15978CACA5A}" presName="background" presStyleLbl="node0" presStyleIdx="2" presStyleCnt="4"/>
      <dgm:spPr/>
    </dgm:pt>
    <dgm:pt modelId="{B7D2B34D-4A17-4D62-8334-A9E8F7D8F152}" type="pres">
      <dgm:prSet presAssocID="{42F98006-DE70-4BE7-A9CC-E15978CACA5A}" presName="text" presStyleLbl="fgAcc0" presStyleIdx="2" presStyleCnt="4">
        <dgm:presLayoutVars>
          <dgm:chPref val="3"/>
        </dgm:presLayoutVars>
      </dgm:prSet>
      <dgm:spPr/>
    </dgm:pt>
    <dgm:pt modelId="{B79665F6-B252-4C2B-9F01-656B0F5A64C7}" type="pres">
      <dgm:prSet presAssocID="{42F98006-DE70-4BE7-A9CC-E15978CACA5A}" presName="hierChild2" presStyleCnt="0"/>
      <dgm:spPr/>
    </dgm:pt>
    <dgm:pt modelId="{EB7D3CAE-D357-4B69-B0BE-D36F476B3037}" type="pres">
      <dgm:prSet presAssocID="{80B8A717-BEF7-45EB-BE75-4B13D8018CD1}" presName="hierRoot1" presStyleCnt="0"/>
      <dgm:spPr/>
    </dgm:pt>
    <dgm:pt modelId="{C91C6689-372A-4E88-B10E-A5708527DF06}" type="pres">
      <dgm:prSet presAssocID="{80B8A717-BEF7-45EB-BE75-4B13D8018CD1}" presName="composite" presStyleCnt="0"/>
      <dgm:spPr/>
    </dgm:pt>
    <dgm:pt modelId="{283D8B35-EBEA-4483-9D53-2278310A1E93}" type="pres">
      <dgm:prSet presAssocID="{80B8A717-BEF7-45EB-BE75-4B13D8018CD1}" presName="background" presStyleLbl="node0" presStyleIdx="3" presStyleCnt="4"/>
      <dgm:spPr/>
    </dgm:pt>
    <dgm:pt modelId="{35F02F30-CBDA-412C-8810-B3AD33D62053}" type="pres">
      <dgm:prSet presAssocID="{80B8A717-BEF7-45EB-BE75-4B13D8018CD1}" presName="text" presStyleLbl="fgAcc0" presStyleIdx="3" presStyleCnt="4">
        <dgm:presLayoutVars>
          <dgm:chPref val="3"/>
        </dgm:presLayoutVars>
      </dgm:prSet>
      <dgm:spPr/>
    </dgm:pt>
    <dgm:pt modelId="{DC86E190-D2AE-49FB-A3B7-AA3B7C99D570}" type="pres">
      <dgm:prSet presAssocID="{80B8A717-BEF7-45EB-BE75-4B13D8018CD1}" presName="hierChild2" presStyleCnt="0"/>
      <dgm:spPr/>
    </dgm:pt>
  </dgm:ptLst>
  <dgm:cxnLst>
    <dgm:cxn modelId="{3FDFB22C-9E39-4E19-9106-602F94152AAF}" srcId="{AB203165-E6D8-48B3-8842-4073041B93C6}" destId="{80B8A717-BEF7-45EB-BE75-4B13D8018CD1}" srcOrd="3" destOrd="0" parTransId="{34F43AB6-308E-4392-854B-FFB3FEAB362A}" sibTransId="{EFCEEBFA-B403-41A5-A4DA-049421DC5930}"/>
    <dgm:cxn modelId="{286F4A2D-57EE-45E8-B560-E700734AE4ED}" type="presOf" srcId="{AB203165-E6D8-48B3-8842-4073041B93C6}" destId="{C9341DB5-A3F3-4D8E-BBA7-28276E390DE7}" srcOrd="0" destOrd="0" presId="urn:microsoft.com/office/officeart/2005/8/layout/hierarchy1"/>
    <dgm:cxn modelId="{EF92A749-4BE6-45B3-B7DF-9853354E2199}" srcId="{AB203165-E6D8-48B3-8842-4073041B93C6}" destId="{2930AA98-5909-4FB1-8ECA-130A0429A058}" srcOrd="0" destOrd="0" parTransId="{AE0D6336-DE70-4578-8799-0B969CBD6301}" sibTransId="{A7DEC4DD-6264-4675-992F-CCEC3E6734F5}"/>
    <dgm:cxn modelId="{15DCC559-5794-44D3-BA8A-86AC50E91CE6}" type="presOf" srcId="{2930AA98-5909-4FB1-8ECA-130A0429A058}" destId="{E555B62C-DC67-4849-A202-785A86FD5A45}" srcOrd="0" destOrd="0" presId="urn:microsoft.com/office/officeart/2005/8/layout/hierarchy1"/>
    <dgm:cxn modelId="{9204107B-6CD8-4A80-8D32-12B54FA6028B}" srcId="{AB203165-E6D8-48B3-8842-4073041B93C6}" destId="{53CCA756-3E68-4A89-995A-BA4275E054E0}" srcOrd="1" destOrd="0" parTransId="{08AC7510-87D1-4BC9-BFF2-61B2DBD47A4B}" sibTransId="{F10706F6-D22F-4ABE-84DE-D34828E29CFF}"/>
    <dgm:cxn modelId="{B881979A-9EA2-41B3-B060-7CF423C91343}" type="presOf" srcId="{53CCA756-3E68-4A89-995A-BA4275E054E0}" destId="{CD319E74-5776-45A6-9F41-1E3A69CD992A}" srcOrd="0" destOrd="0" presId="urn:microsoft.com/office/officeart/2005/8/layout/hierarchy1"/>
    <dgm:cxn modelId="{44D406A1-2C95-4741-8358-5D169D73C231}" type="presOf" srcId="{80B8A717-BEF7-45EB-BE75-4B13D8018CD1}" destId="{35F02F30-CBDA-412C-8810-B3AD33D62053}" srcOrd="0" destOrd="0" presId="urn:microsoft.com/office/officeart/2005/8/layout/hierarchy1"/>
    <dgm:cxn modelId="{7AD336F2-A3FB-41A7-A611-AFF357496A13}" type="presOf" srcId="{42F98006-DE70-4BE7-A9CC-E15978CACA5A}" destId="{B7D2B34D-4A17-4D62-8334-A9E8F7D8F152}" srcOrd="0" destOrd="0" presId="urn:microsoft.com/office/officeart/2005/8/layout/hierarchy1"/>
    <dgm:cxn modelId="{F44211F3-5E16-4485-B5E6-EF36A87C24F3}" srcId="{AB203165-E6D8-48B3-8842-4073041B93C6}" destId="{42F98006-DE70-4BE7-A9CC-E15978CACA5A}" srcOrd="2" destOrd="0" parTransId="{42BACE87-3FBD-43A6-8F85-28C87A675E70}" sibTransId="{A43CD56C-592C-4CCB-B602-CA6862BA5475}"/>
    <dgm:cxn modelId="{9B0001DE-C869-449C-9C3C-1F4793873BF2}" type="presParOf" srcId="{C9341DB5-A3F3-4D8E-BBA7-28276E390DE7}" destId="{300052B5-F7ED-4103-AD9B-3E06713C0380}" srcOrd="0" destOrd="0" presId="urn:microsoft.com/office/officeart/2005/8/layout/hierarchy1"/>
    <dgm:cxn modelId="{7CABE430-4838-4997-A3AD-37185007F7CD}" type="presParOf" srcId="{300052B5-F7ED-4103-AD9B-3E06713C0380}" destId="{B7040B60-FD60-4322-964B-22A1B6014EA4}" srcOrd="0" destOrd="0" presId="urn:microsoft.com/office/officeart/2005/8/layout/hierarchy1"/>
    <dgm:cxn modelId="{4CCD43BD-5924-4B6D-8422-6F01D0AA2167}" type="presParOf" srcId="{B7040B60-FD60-4322-964B-22A1B6014EA4}" destId="{0FB375B9-823B-441A-B9E4-FA27D03E8400}" srcOrd="0" destOrd="0" presId="urn:microsoft.com/office/officeart/2005/8/layout/hierarchy1"/>
    <dgm:cxn modelId="{19DF962B-5D72-49C1-9D55-ACB3666CA687}" type="presParOf" srcId="{B7040B60-FD60-4322-964B-22A1B6014EA4}" destId="{E555B62C-DC67-4849-A202-785A86FD5A45}" srcOrd="1" destOrd="0" presId="urn:microsoft.com/office/officeart/2005/8/layout/hierarchy1"/>
    <dgm:cxn modelId="{8812B0D7-A59F-4D9F-A7F9-D7AF43CBCB64}" type="presParOf" srcId="{300052B5-F7ED-4103-AD9B-3E06713C0380}" destId="{21DC6D9E-51A3-489E-AE46-91A80AB035DC}" srcOrd="1" destOrd="0" presId="urn:microsoft.com/office/officeart/2005/8/layout/hierarchy1"/>
    <dgm:cxn modelId="{88DD90EA-B922-48A0-8959-890B9C6B910B}" type="presParOf" srcId="{C9341DB5-A3F3-4D8E-BBA7-28276E390DE7}" destId="{32356AA3-3FDD-4C76-9C5E-C1C229B8D62A}" srcOrd="1" destOrd="0" presId="urn:microsoft.com/office/officeart/2005/8/layout/hierarchy1"/>
    <dgm:cxn modelId="{15BF67FF-E1EF-464C-96F6-097C4657037D}" type="presParOf" srcId="{32356AA3-3FDD-4C76-9C5E-C1C229B8D62A}" destId="{241AB58C-72A5-443D-9376-8866DB802F6A}" srcOrd="0" destOrd="0" presId="urn:microsoft.com/office/officeart/2005/8/layout/hierarchy1"/>
    <dgm:cxn modelId="{1F5A9622-CEBB-4A25-ACD5-8BB6347CDA09}" type="presParOf" srcId="{241AB58C-72A5-443D-9376-8866DB802F6A}" destId="{5990E17F-3A22-4CDB-92C7-A89B18222BEB}" srcOrd="0" destOrd="0" presId="urn:microsoft.com/office/officeart/2005/8/layout/hierarchy1"/>
    <dgm:cxn modelId="{C6F01AEB-459D-4BC7-A546-4C05A8F04947}" type="presParOf" srcId="{241AB58C-72A5-443D-9376-8866DB802F6A}" destId="{CD319E74-5776-45A6-9F41-1E3A69CD992A}" srcOrd="1" destOrd="0" presId="urn:microsoft.com/office/officeart/2005/8/layout/hierarchy1"/>
    <dgm:cxn modelId="{D18BB93C-8C84-4644-BAF8-9C94B7AC95AC}" type="presParOf" srcId="{32356AA3-3FDD-4C76-9C5E-C1C229B8D62A}" destId="{0EB62F1C-373B-4ECC-B0B7-EA032F45175E}" srcOrd="1" destOrd="0" presId="urn:microsoft.com/office/officeart/2005/8/layout/hierarchy1"/>
    <dgm:cxn modelId="{B7100684-CF52-44B5-A925-095019E35E46}" type="presParOf" srcId="{C9341DB5-A3F3-4D8E-BBA7-28276E390DE7}" destId="{0C8A1BF2-196B-40FC-A2D6-2393E2133B16}" srcOrd="2" destOrd="0" presId="urn:microsoft.com/office/officeart/2005/8/layout/hierarchy1"/>
    <dgm:cxn modelId="{AF49622F-4323-4B06-9C28-25D5A98DC77A}" type="presParOf" srcId="{0C8A1BF2-196B-40FC-A2D6-2393E2133B16}" destId="{EEE768CA-E290-45AC-BB78-7577967BF297}" srcOrd="0" destOrd="0" presId="urn:microsoft.com/office/officeart/2005/8/layout/hierarchy1"/>
    <dgm:cxn modelId="{F6245A78-C9FF-48AF-8B4B-4815CE733D4C}" type="presParOf" srcId="{EEE768CA-E290-45AC-BB78-7577967BF297}" destId="{6CCC0014-702C-4CAE-9DE2-9E524F06E252}" srcOrd="0" destOrd="0" presId="urn:microsoft.com/office/officeart/2005/8/layout/hierarchy1"/>
    <dgm:cxn modelId="{264ED518-27DD-4EAD-B4DB-4BAD42297D19}" type="presParOf" srcId="{EEE768CA-E290-45AC-BB78-7577967BF297}" destId="{B7D2B34D-4A17-4D62-8334-A9E8F7D8F152}" srcOrd="1" destOrd="0" presId="urn:microsoft.com/office/officeart/2005/8/layout/hierarchy1"/>
    <dgm:cxn modelId="{D7451089-38DD-4B06-B344-9FE7516AA6E1}" type="presParOf" srcId="{0C8A1BF2-196B-40FC-A2D6-2393E2133B16}" destId="{B79665F6-B252-4C2B-9F01-656B0F5A64C7}" srcOrd="1" destOrd="0" presId="urn:microsoft.com/office/officeart/2005/8/layout/hierarchy1"/>
    <dgm:cxn modelId="{600A12DA-0D63-47CE-8498-9472539C5FAF}" type="presParOf" srcId="{C9341DB5-A3F3-4D8E-BBA7-28276E390DE7}" destId="{EB7D3CAE-D357-4B69-B0BE-D36F476B3037}" srcOrd="3" destOrd="0" presId="urn:microsoft.com/office/officeart/2005/8/layout/hierarchy1"/>
    <dgm:cxn modelId="{DCA39618-D90E-4DD7-9F02-091C1AB990A7}" type="presParOf" srcId="{EB7D3CAE-D357-4B69-B0BE-D36F476B3037}" destId="{C91C6689-372A-4E88-B10E-A5708527DF06}" srcOrd="0" destOrd="0" presId="urn:microsoft.com/office/officeart/2005/8/layout/hierarchy1"/>
    <dgm:cxn modelId="{C1C9B0EB-EDBF-4936-9834-F077AC2103E0}" type="presParOf" srcId="{C91C6689-372A-4E88-B10E-A5708527DF06}" destId="{283D8B35-EBEA-4483-9D53-2278310A1E93}" srcOrd="0" destOrd="0" presId="urn:microsoft.com/office/officeart/2005/8/layout/hierarchy1"/>
    <dgm:cxn modelId="{DFFE8383-36C3-4390-92C8-4B2CAB3BB199}" type="presParOf" srcId="{C91C6689-372A-4E88-B10E-A5708527DF06}" destId="{35F02F30-CBDA-412C-8810-B3AD33D62053}" srcOrd="1" destOrd="0" presId="urn:microsoft.com/office/officeart/2005/8/layout/hierarchy1"/>
    <dgm:cxn modelId="{239FD359-B53B-45D2-B8A4-388788736F5B}" type="presParOf" srcId="{EB7D3CAE-D357-4B69-B0BE-D36F476B3037}" destId="{DC86E190-D2AE-49FB-A3B7-AA3B7C99D57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A4E70-3BDD-468E-A41B-2940528DD526}">
      <dsp:nvSpPr>
        <dsp:cNvPr id="0" name=""/>
        <dsp:cNvSpPr/>
      </dsp:nvSpPr>
      <dsp:spPr>
        <a:xfrm>
          <a:off x="2000" y="1521464"/>
          <a:ext cx="2299753" cy="11498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800" kern="1200" dirty="0"/>
            <a:t>Baja(központ)</a:t>
          </a:r>
          <a:endParaRPr lang="en-US" sz="2800" kern="1200" dirty="0"/>
        </a:p>
      </dsp:txBody>
      <dsp:txXfrm>
        <a:off x="35679" y="1555143"/>
        <a:ext cx="2232395" cy="1082518"/>
      </dsp:txXfrm>
    </dsp:sp>
    <dsp:sp modelId="{88B1A13D-5B26-403E-9650-9ECAD0C0A655}">
      <dsp:nvSpPr>
        <dsp:cNvPr id="0" name=""/>
        <dsp:cNvSpPr/>
      </dsp:nvSpPr>
      <dsp:spPr>
        <a:xfrm>
          <a:off x="2876692" y="1521464"/>
          <a:ext cx="2299753" cy="11498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800" kern="1200"/>
            <a:t>Budapest</a:t>
          </a:r>
          <a:endParaRPr lang="en-US" sz="2800" kern="1200"/>
        </a:p>
      </dsp:txBody>
      <dsp:txXfrm>
        <a:off x="2910371" y="1555143"/>
        <a:ext cx="2232395" cy="1082518"/>
      </dsp:txXfrm>
    </dsp:sp>
    <dsp:sp modelId="{5001D10C-23BF-4951-BDAA-B0FFF98DF495}">
      <dsp:nvSpPr>
        <dsp:cNvPr id="0" name=""/>
        <dsp:cNvSpPr/>
      </dsp:nvSpPr>
      <dsp:spPr>
        <a:xfrm>
          <a:off x="5751383" y="1521464"/>
          <a:ext cx="2299753" cy="114987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800" kern="1200"/>
            <a:t>Debrecen</a:t>
          </a:r>
          <a:endParaRPr lang="en-US" sz="2800" kern="1200"/>
        </a:p>
      </dsp:txBody>
      <dsp:txXfrm>
        <a:off x="5785062" y="1555143"/>
        <a:ext cx="2232395" cy="1082518"/>
      </dsp:txXfrm>
    </dsp:sp>
    <dsp:sp modelId="{30955532-5F14-4654-8562-99E6042FF54C}">
      <dsp:nvSpPr>
        <dsp:cNvPr id="0" name=""/>
        <dsp:cNvSpPr/>
      </dsp:nvSpPr>
      <dsp:spPr>
        <a:xfrm>
          <a:off x="8626074" y="1521464"/>
          <a:ext cx="2299753" cy="114987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800" kern="1200"/>
            <a:t>Győr</a:t>
          </a:r>
          <a:endParaRPr lang="en-US" sz="2800" kern="1200"/>
        </a:p>
      </dsp:txBody>
      <dsp:txXfrm>
        <a:off x="8659753" y="1555143"/>
        <a:ext cx="2232395" cy="10825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BB7EE-9CD8-4EAA-A328-59871328A0ED}">
      <dsp:nvSpPr>
        <dsp:cNvPr id="0" name=""/>
        <dsp:cNvSpPr/>
      </dsp:nvSpPr>
      <dsp:spPr>
        <a:xfrm>
          <a:off x="0" y="1597620"/>
          <a:ext cx="690051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6D369-9CD1-47CD-8280-EBC73A1D040A}">
      <dsp:nvSpPr>
        <dsp:cNvPr id="0" name=""/>
        <dsp:cNvSpPr/>
      </dsp:nvSpPr>
      <dsp:spPr>
        <a:xfrm>
          <a:off x="345025" y="1346700"/>
          <a:ext cx="4830358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/>
            <a:t>2022-es verzió (Datacenter – Asztali felülettel)</a:t>
          </a:r>
          <a:endParaRPr lang="en-US" sz="1700" kern="1200"/>
        </a:p>
      </dsp:txBody>
      <dsp:txXfrm>
        <a:off x="369523" y="1371198"/>
        <a:ext cx="4781362" cy="452844"/>
      </dsp:txXfrm>
    </dsp:sp>
    <dsp:sp modelId="{A790548F-6D9F-409E-BE40-FB9E70C40C2A}">
      <dsp:nvSpPr>
        <dsp:cNvPr id="0" name=""/>
        <dsp:cNvSpPr/>
      </dsp:nvSpPr>
      <dsp:spPr>
        <a:xfrm>
          <a:off x="0" y="2368740"/>
          <a:ext cx="6900512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54076" rIns="53555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 err="1"/>
            <a:t>Active</a:t>
          </a:r>
          <a:r>
            <a:rPr lang="hu-HU" sz="1700" kern="1200" dirty="0"/>
            <a:t> </a:t>
          </a:r>
          <a:r>
            <a:rPr lang="hu-HU" sz="1700" kern="1200" dirty="0" err="1"/>
            <a:t>Directory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/>
            <a:t>Kvóta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/>
            <a:t>Mappa megosztás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/>
            <a:t>Web szerver (IIS)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/>
            <a:t>DNS</a:t>
          </a:r>
          <a:endParaRPr lang="en-US" sz="1700" kern="1200" dirty="0"/>
        </a:p>
      </dsp:txBody>
      <dsp:txXfrm>
        <a:off x="0" y="2368740"/>
        <a:ext cx="6900512" cy="1820700"/>
      </dsp:txXfrm>
    </dsp:sp>
    <dsp:sp modelId="{0AB82E61-0738-42FB-9C9F-5BC53FA261F3}">
      <dsp:nvSpPr>
        <dsp:cNvPr id="0" name=""/>
        <dsp:cNvSpPr/>
      </dsp:nvSpPr>
      <dsp:spPr>
        <a:xfrm>
          <a:off x="345025" y="2117820"/>
          <a:ext cx="4830358" cy="5018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/>
            <a:t>Szolgáltatások:</a:t>
          </a:r>
          <a:endParaRPr lang="en-US" sz="1700" kern="1200"/>
        </a:p>
      </dsp:txBody>
      <dsp:txXfrm>
        <a:off x="369523" y="2142318"/>
        <a:ext cx="4781362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BB7EE-9CD8-4EAA-A328-59871328A0ED}">
      <dsp:nvSpPr>
        <dsp:cNvPr id="0" name=""/>
        <dsp:cNvSpPr/>
      </dsp:nvSpPr>
      <dsp:spPr>
        <a:xfrm>
          <a:off x="0" y="1597620"/>
          <a:ext cx="690051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6D369-9CD1-47CD-8280-EBC73A1D040A}">
      <dsp:nvSpPr>
        <dsp:cNvPr id="0" name=""/>
        <dsp:cNvSpPr/>
      </dsp:nvSpPr>
      <dsp:spPr>
        <a:xfrm>
          <a:off x="345025" y="1346700"/>
          <a:ext cx="4830358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/>
            <a:t>2022-es verzió (Datacenter – Asztali felülettel)</a:t>
          </a:r>
          <a:endParaRPr lang="en-US" sz="1700" kern="1200"/>
        </a:p>
      </dsp:txBody>
      <dsp:txXfrm>
        <a:off x="369523" y="1371198"/>
        <a:ext cx="4781362" cy="452844"/>
      </dsp:txXfrm>
    </dsp:sp>
    <dsp:sp modelId="{A790548F-6D9F-409E-BE40-FB9E70C40C2A}">
      <dsp:nvSpPr>
        <dsp:cNvPr id="0" name=""/>
        <dsp:cNvSpPr/>
      </dsp:nvSpPr>
      <dsp:spPr>
        <a:xfrm>
          <a:off x="0" y="2368740"/>
          <a:ext cx="6900512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54076" rIns="53555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 err="1"/>
            <a:t>Active</a:t>
          </a:r>
          <a:r>
            <a:rPr lang="hu-HU" sz="1700" kern="1200" dirty="0"/>
            <a:t> </a:t>
          </a:r>
          <a:r>
            <a:rPr lang="hu-HU" sz="1700" kern="1200" dirty="0" err="1"/>
            <a:t>Directory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/>
            <a:t>Kvóta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/>
            <a:t>Mappa megosztás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/>
            <a:t>Web szerver (IIS)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/>
            <a:t>DHCPv4</a:t>
          </a:r>
          <a:endParaRPr lang="en-US" sz="1700" kern="1200" dirty="0"/>
        </a:p>
      </dsp:txBody>
      <dsp:txXfrm>
        <a:off x="0" y="2368740"/>
        <a:ext cx="6900512" cy="1820700"/>
      </dsp:txXfrm>
    </dsp:sp>
    <dsp:sp modelId="{0AB82E61-0738-42FB-9C9F-5BC53FA261F3}">
      <dsp:nvSpPr>
        <dsp:cNvPr id="0" name=""/>
        <dsp:cNvSpPr/>
      </dsp:nvSpPr>
      <dsp:spPr>
        <a:xfrm>
          <a:off x="345025" y="2117820"/>
          <a:ext cx="4830358" cy="5018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/>
            <a:t>Szolgáltatások:</a:t>
          </a:r>
          <a:endParaRPr lang="en-US" sz="1700" kern="1200"/>
        </a:p>
      </dsp:txBody>
      <dsp:txXfrm>
        <a:off x="369523" y="2142318"/>
        <a:ext cx="4781362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BB7EE-9CD8-4EAA-A328-59871328A0ED}">
      <dsp:nvSpPr>
        <dsp:cNvPr id="0" name=""/>
        <dsp:cNvSpPr/>
      </dsp:nvSpPr>
      <dsp:spPr>
        <a:xfrm>
          <a:off x="0" y="1434945"/>
          <a:ext cx="6900512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6D369-9CD1-47CD-8280-EBC73A1D040A}">
      <dsp:nvSpPr>
        <dsp:cNvPr id="0" name=""/>
        <dsp:cNvSpPr/>
      </dsp:nvSpPr>
      <dsp:spPr>
        <a:xfrm>
          <a:off x="345025" y="992145"/>
          <a:ext cx="4830358" cy="88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 dirty="0"/>
            <a:t>Linux Ubuntu server 24.04</a:t>
          </a:r>
          <a:endParaRPr lang="en-US" sz="3000" kern="1200" dirty="0"/>
        </a:p>
      </dsp:txBody>
      <dsp:txXfrm>
        <a:off x="388256" y="1035376"/>
        <a:ext cx="4743896" cy="799138"/>
      </dsp:txXfrm>
    </dsp:sp>
    <dsp:sp modelId="{A790548F-6D9F-409E-BE40-FB9E70C40C2A}">
      <dsp:nvSpPr>
        <dsp:cNvPr id="0" name=""/>
        <dsp:cNvSpPr/>
      </dsp:nvSpPr>
      <dsp:spPr>
        <a:xfrm>
          <a:off x="0" y="2795745"/>
          <a:ext cx="6900512" cy="1748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624840" rIns="535556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3000" kern="1200" dirty="0"/>
            <a:t>DHCPv4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3000" kern="1200" dirty="0" err="1"/>
            <a:t>Radius</a:t>
          </a:r>
          <a:r>
            <a:rPr lang="hu-HU" sz="3000" kern="1200" dirty="0"/>
            <a:t> szerver</a:t>
          </a:r>
          <a:endParaRPr lang="en-US" sz="3000" kern="1200" dirty="0"/>
        </a:p>
      </dsp:txBody>
      <dsp:txXfrm>
        <a:off x="0" y="2795745"/>
        <a:ext cx="6900512" cy="1748250"/>
      </dsp:txXfrm>
    </dsp:sp>
    <dsp:sp modelId="{0AB82E61-0738-42FB-9C9F-5BC53FA261F3}">
      <dsp:nvSpPr>
        <dsp:cNvPr id="0" name=""/>
        <dsp:cNvSpPr/>
      </dsp:nvSpPr>
      <dsp:spPr>
        <a:xfrm>
          <a:off x="345025" y="2352945"/>
          <a:ext cx="4830358" cy="8856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/>
            <a:t>Szolgáltatások:</a:t>
          </a:r>
          <a:endParaRPr lang="en-US" sz="3000" kern="1200"/>
        </a:p>
      </dsp:txBody>
      <dsp:txXfrm>
        <a:off x="388256" y="2396176"/>
        <a:ext cx="4743896" cy="7991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375B9-823B-441A-B9E4-FA27D03E8400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5B62C-DC67-4849-A202-785A86FD5A45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HSRP protocol</a:t>
          </a:r>
          <a:endParaRPr lang="en-US" sz="1800" kern="1200"/>
        </a:p>
      </dsp:txBody>
      <dsp:txXfrm>
        <a:off x="299702" y="1282093"/>
        <a:ext cx="2200851" cy="1366505"/>
      </dsp:txXfrm>
    </dsp:sp>
    <dsp:sp modelId="{5990E17F-3A22-4CDB-92C7-A89B18222BEB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19E74-5776-45A6-9F41-1E3A69CD992A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VPN</a:t>
          </a:r>
          <a:endParaRPr lang="en-US" sz="1800" kern="1200"/>
        </a:p>
      </dsp:txBody>
      <dsp:txXfrm>
        <a:off x="3093555" y="1282093"/>
        <a:ext cx="2200851" cy="1366505"/>
      </dsp:txXfrm>
    </dsp:sp>
    <dsp:sp modelId="{6CCC0014-702C-4CAE-9DE2-9E524F06E252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2B34D-4A17-4D62-8334-A9E8F7D8F152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ASA tűzfal</a:t>
          </a:r>
          <a:endParaRPr lang="en-US" sz="1800" kern="1200"/>
        </a:p>
      </dsp:txBody>
      <dsp:txXfrm>
        <a:off x="5887408" y="1282093"/>
        <a:ext cx="2200851" cy="1366505"/>
      </dsp:txXfrm>
    </dsp:sp>
    <dsp:sp modelId="{283D8B35-EBEA-4483-9D53-2278310A1E93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02F30-CBDA-412C-8810-B3AD33D62053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Hálózatprogramozás</a:t>
          </a:r>
          <a:endParaRPr lang="en-US" sz="1800" kern="1200"/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069489-F75C-756D-13D5-E8CCAABEE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5854384-7706-7315-8305-040FFDA1F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768B72-F619-6D50-19AE-6A4AB039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027DAB0-C36C-17A0-23CC-EC416F1C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CBFAE4C-C509-E48A-DF32-A1802839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094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234DC0-895A-AEA3-6238-B26038E3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1949A6-925A-D7C5-CB0D-2CC6EC7DC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F0C6B6-10B9-3FB7-EB28-2EC5AFD5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97C425-E616-C172-40F2-1D219FA4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10EC63A-D617-68AA-7A08-360C9E54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300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99EDB4-4573-7838-588C-D8E79C33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E3DFE86-BC65-792A-7520-A773B5062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3DFA508-22BE-5BC5-2872-878ACA8D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13C620-104B-237B-E1D5-513E2B42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F257BB-81E2-150B-F3C6-24CCD0F0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437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3468FE-76B1-F638-5F42-89AC0311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AA0EBB-CBE2-3E65-F531-FF4651718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4321996-38E4-EA37-35EB-C1DBDFEAC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86F1BBD-8148-002A-17C5-87449EE9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F366FF-BA6F-FE1D-6191-5052A8B4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913A312-EF3C-49F9-9E71-60034BF0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210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D051CA-51B3-D27F-00D2-542327A4D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7BB506D-9198-DB04-DB98-4E9D80D8D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394FFBE-761A-9F51-248E-6865F21D5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6EB0470-53C6-935F-D740-E161D4C84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39A4070-1583-21E6-CF57-502B95162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BB7BC9F-6C45-F00A-A8F7-AFD09D30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1F149F6-702A-3040-EA38-68073BE81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A33F1B7-88C7-1E15-7F21-49508F649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977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2A9F3A-83E7-33F1-CEE0-C0C84311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B986FDF-8DD8-5288-DA62-33F51183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0E4C80C-04F7-C918-18C9-18938510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FFDBFA2-3713-F363-E6D2-63404D67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375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A71D1B8-9E4B-DB88-970B-0FB1898F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64CBCF0-65ED-B5F0-A25F-40868ECD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ECBB5A3-CF9F-84E3-E01F-B2902E7B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034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38D024-1A3D-9D29-7372-200B08BC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5EC2FA-5CDC-A82D-9BDD-AAA9E0790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0CA1251-6ABD-4D5A-6748-D8C70204D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924C6CE-5C26-DBD9-E72D-2EE8C1B5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53EDE20-029F-95C7-6A16-5787542C3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13EE9A-5A74-A48B-E9D5-722A32CA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723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EB64AC-2E39-0E80-ABFF-1595D87A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0114610B-1897-424C-19C4-AD6FA872A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4978AEE-5C9A-6092-D972-0F12E15D8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6DAE30B-EAC3-F52C-1089-063C848E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885B36D-9BA1-AC2B-BD39-463432A9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17968AE-0DE5-CA16-B569-2E97E3AE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58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0EA459-A696-D347-5372-CA2FFAF3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AAC032C-C32E-BA82-89E6-10D020AF4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542C30-788F-EA11-E404-E650FCD3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7A301D-8CC8-EC94-568F-EA7050A2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4CB8A6B-2E65-6649-57F1-739DA6F24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2468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4A84868-6E84-EAF7-C59E-2401832EB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A9363F3-0683-BB66-4809-6049512BE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114930-02FD-0876-9EAA-4AED00F0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997BB5-920B-57DA-5345-A950E6D4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29D977D-D1EB-937A-7AA1-682C3D26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38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B9006AF-BA92-5877-7DA4-6C6005DA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89A517C-85A1-8499-AE1E-62B7A07A0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32E5BDF-E9B9-ED65-F387-B7956E353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F6207-C70D-4069-AA24-81AA90B8A8DE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C00B78-FA8D-8D5A-7BBC-C5098B4EB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D41377C-D6ED-01A0-5886-AF03F128B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F8267-DDC5-401A-8DEC-763EDDA6B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570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093B5EB-B921-57D9-6A87-165F2AA37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hu-HU" sz="8000" dirty="0" err="1">
                <a:solidFill>
                  <a:srgbClr val="FFFFFF"/>
                </a:solidFill>
              </a:rPr>
              <a:t>CoreLink</a:t>
            </a:r>
            <a:r>
              <a:rPr lang="hu-HU" sz="8000" dirty="0">
                <a:solidFill>
                  <a:srgbClr val="FFFFFF"/>
                </a:solidFill>
              </a:rPr>
              <a:t>-KFT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9E0F8F3-008D-3162-C624-D5BD12568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hu-HU" sz="2000" dirty="0">
                <a:solidFill>
                  <a:srgbClr val="FFFFFF"/>
                </a:solidFill>
              </a:rPr>
              <a:t>Tagjai: Török Péter, Terdik Zalán, Szekeres Rafael Alex</a:t>
            </a:r>
          </a:p>
        </p:txBody>
      </p:sp>
      <p:sp>
        <p:nvSpPr>
          <p:cNvPr id="3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8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4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32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55E36D1-C518-86AB-2440-A160ADD7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hu-HU" sz="8000">
                <a:solidFill>
                  <a:srgbClr val="FFFFFF"/>
                </a:solidFill>
              </a:rPr>
              <a:t>A cégről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3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379F0C-A98A-18E1-0E20-2E303E756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hu-HU" sz="2000">
                <a:solidFill>
                  <a:schemeClr val="tx1">
                    <a:alpha val="80000"/>
                  </a:schemeClr>
                </a:solidFill>
              </a:rPr>
              <a:t>A Core Link Kft. egy dinamikusan fejlődő, magas szintű technológiai megoldásokat kínáló hálózati szolgáltató vállalat, amely elkötelezett a legmodernebb infrastruktúrák, valamint innovatív IT és telekommunikációs megoldások biztosítása mellett. Cégünk célja, hogy a legmagasabb szintű szolgáltatásokat nyújtsa partnerei számára, miközben a megbízhatóságot, a rugalmasságot és a gyors reagálási képességet szem előtt tartja.</a:t>
            </a:r>
          </a:p>
          <a:p>
            <a:endParaRPr lang="hu-HU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98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1B6A159-5E43-46C6-104F-E4F42844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hu-HU" sz="8000">
                <a:solidFill>
                  <a:srgbClr val="FFFFFF"/>
                </a:solidFill>
              </a:rPr>
              <a:t>Eszközök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3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8ABBBE-8FED-2FB1-78AF-100F3947D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hu-HU" sz="2000">
                <a:solidFill>
                  <a:schemeClr val="tx1">
                    <a:alpha val="80000"/>
                  </a:schemeClr>
                </a:solidFill>
              </a:rPr>
              <a:t>Cisco 2960 Switch</a:t>
            </a:r>
          </a:p>
          <a:p>
            <a:r>
              <a:rPr lang="hu-HU" sz="2000">
                <a:solidFill>
                  <a:schemeClr val="tx1">
                    <a:alpha val="80000"/>
                  </a:schemeClr>
                </a:solidFill>
              </a:rPr>
              <a:t>Cisco ISR4331 Router</a:t>
            </a:r>
          </a:p>
          <a:p>
            <a:r>
              <a:rPr lang="hu-HU" sz="2000">
                <a:solidFill>
                  <a:schemeClr val="tx1">
                    <a:alpha val="80000"/>
                  </a:schemeClr>
                </a:solidFill>
              </a:rPr>
              <a:t>Cisco 5506-X ASA tűzfal</a:t>
            </a:r>
          </a:p>
          <a:p>
            <a:r>
              <a:rPr lang="hu-HU" sz="2000">
                <a:solidFill>
                  <a:schemeClr val="tx1">
                    <a:alpha val="80000"/>
                  </a:schemeClr>
                </a:solidFill>
              </a:rPr>
              <a:t>Laptopok és Számítógépek a dolgozók, illetve a Rendszegazda részére</a:t>
            </a:r>
          </a:p>
          <a:p>
            <a:r>
              <a:rPr lang="hu-HU" sz="2000">
                <a:solidFill>
                  <a:schemeClr val="tx1">
                    <a:alpha val="80000"/>
                  </a:schemeClr>
                </a:solidFill>
              </a:rPr>
              <a:t>Virtualbox a szerverek elkészítéséhez</a:t>
            </a:r>
          </a:p>
          <a:p>
            <a:r>
              <a:rPr lang="hu-HU" sz="2000">
                <a:solidFill>
                  <a:schemeClr val="tx1">
                    <a:alpha val="80000"/>
                  </a:schemeClr>
                </a:solidFill>
              </a:rPr>
              <a:t>Netmiko a hálózatprogramozás elkészítéséhez</a:t>
            </a:r>
          </a:p>
          <a:p>
            <a:endParaRPr lang="hu-HU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0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B4D40-DF8C-21B8-BBC5-3CCB7D62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5AE2172-5C6D-6277-7E7D-3636ACB60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Telephelyek</a:t>
            </a:r>
          </a:p>
        </p:txBody>
      </p:sp>
      <p:graphicFrame>
        <p:nvGraphicFramePr>
          <p:cNvPr id="30" name="Szövegdoboz 2">
            <a:extLst>
              <a:ext uri="{FF2B5EF4-FFF2-40B4-BE49-F238E27FC236}">
                <a16:creationId xmlns:a16="http://schemas.microsoft.com/office/drawing/2014/main" id="{B171697B-1D23-4975-2DD6-90447CA785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049007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457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A7C961A-BA40-DE43-F466-815EA0E94BD8}"/>
              </a:ext>
            </a:extLst>
          </p:cNvPr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Teljes topológia</a:t>
            </a: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ACC4CD9-FBCA-305E-D2E3-D4865295A8AF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Teljes</a:t>
            </a:r>
            <a:r>
              <a:rPr lang="en-US" sz="2200" dirty="0"/>
              <a:t> Router </a:t>
            </a:r>
            <a:r>
              <a:rPr lang="en-US" sz="2200" dirty="0" err="1"/>
              <a:t>és</a:t>
            </a:r>
            <a:r>
              <a:rPr lang="en-US" sz="2200" dirty="0"/>
              <a:t> Switch </a:t>
            </a:r>
            <a:r>
              <a:rPr lang="en-US" sz="2200" dirty="0" err="1"/>
              <a:t>alapkonfiguráció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Alhálózatszámítás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Többterületű</a:t>
            </a:r>
            <a:r>
              <a:rPr lang="en-US" sz="2200" dirty="0"/>
              <a:t> OSPF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CDP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47D333A-2ABE-E095-398B-166ECA2D5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432" y="494011"/>
            <a:ext cx="7877508" cy="492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1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73318E-1D8C-C8BD-9138-E9AF9B1B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25" y="254763"/>
            <a:ext cx="1254652" cy="745060"/>
          </a:xfrm>
        </p:spPr>
        <p:txBody>
          <a:bodyPr anchor="b">
            <a:normAutofit/>
          </a:bodyPr>
          <a:lstStyle/>
          <a:p>
            <a:r>
              <a:rPr lang="hu-HU" sz="4500" dirty="0"/>
              <a:t>Baja</a:t>
            </a:r>
          </a:p>
        </p:txBody>
      </p:sp>
      <p:sp>
        <p:nvSpPr>
          <p:cNvPr id="6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819D8529-EE68-78F0-A99B-1F4CB57D1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73" y="895048"/>
            <a:ext cx="3858163" cy="285790"/>
          </a:xfrm>
          <a:prstGeom prst="rect">
            <a:avLst/>
          </a:prstGeom>
        </p:spPr>
      </p:pic>
      <p:sp>
        <p:nvSpPr>
          <p:cNvPr id="9" name="Téglalap 8">
            <a:extLst>
              <a:ext uri="{FF2B5EF4-FFF2-40B4-BE49-F238E27FC236}">
                <a16:creationId xmlns:a16="http://schemas.microsoft.com/office/drawing/2014/main" id="{37BDF9EF-DC1A-8832-EED7-000366087325}"/>
              </a:ext>
            </a:extLst>
          </p:cNvPr>
          <p:cNvSpPr/>
          <p:nvPr/>
        </p:nvSpPr>
        <p:spPr>
          <a:xfrm>
            <a:off x="556325" y="2460797"/>
            <a:ext cx="3429000" cy="285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10ECD9-8471-8563-0395-E03A241E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72" y="1118371"/>
            <a:ext cx="3645427" cy="573962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hu-HU" sz="2200" b="1" u="sng" dirty="0"/>
              <a:t>Használt </a:t>
            </a:r>
            <a:r>
              <a:rPr lang="hu-HU" sz="2200" b="1" u="sng" dirty="0" err="1"/>
              <a:t>protokolok</a:t>
            </a:r>
            <a:r>
              <a:rPr lang="hu-HU" sz="2200" b="1" u="sng" dirty="0"/>
              <a:t>:</a:t>
            </a:r>
          </a:p>
          <a:p>
            <a:r>
              <a:rPr lang="hu-HU" sz="2000" dirty="0" err="1"/>
              <a:t>Vlan</a:t>
            </a:r>
            <a:r>
              <a:rPr lang="hu-HU" sz="2000" dirty="0"/>
              <a:t> (10,20,30,40)</a:t>
            </a:r>
          </a:p>
          <a:p>
            <a:r>
              <a:rPr lang="hu-HU" sz="2000" dirty="0"/>
              <a:t>VPN GRE over </a:t>
            </a:r>
            <a:r>
              <a:rPr lang="hu-HU" sz="2000" dirty="0" err="1"/>
              <a:t>Ipsec</a:t>
            </a:r>
            <a:endParaRPr lang="hu-HU" sz="2000" dirty="0"/>
          </a:p>
          <a:p>
            <a:r>
              <a:rPr lang="hu-HU" sz="2000" dirty="0"/>
              <a:t>VTP</a:t>
            </a:r>
          </a:p>
          <a:p>
            <a:r>
              <a:rPr lang="hu-HU" sz="2000" dirty="0" err="1"/>
              <a:t>Portfast</a:t>
            </a:r>
            <a:endParaRPr lang="hu-HU" sz="2000" dirty="0"/>
          </a:p>
          <a:p>
            <a:r>
              <a:rPr lang="hu-HU" sz="2000" dirty="0"/>
              <a:t>Rapid PVST</a:t>
            </a:r>
          </a:p>
          <a:p>
            <a:r>
              <a:rPr lang="hu-HU" sz="2000" dirty="0"/>
              <a:t>BPDU </a:t>
            </a:r>
            <a:r>
              <a:rPr lang="hu-HU" sz="2000" dirty="0" err="1"/>
              <a:t>guard</a:t>
            </a:r>
            <a:endParaRPr lang="hu-HU" sz="2000" dirty="0"/>
          </a:p>
          <a:p>
            <a:r>
              <a:rPr lang="hu-HU" sz="2000" dirty="0"/>
              <a:t>DHCPv4</a:t>
            </a:r>
          </a:p>
          <a:p>
            <a:r>
              <a:rPr lang="hu-HU" sz="2000" dirty="0"/>
              <a:t>HSRP</a:t>
            </a:r>
          </a:p>
          <a:p>
            <a:r>
              <a:rPr lang="hu-HU" sz="2000" dirty="0"/>
              <a:t>Port-</a:t>
            </a:r>
            <a:r>
              <a:rPr lang="hu-HU" sz="2000" dirty="0" err="1"/>
              <a:t>Security</a:t>
            </a:r>
            <a:endParaRPr lang="hu-HU" sz="2000" dirty="0"/>
          </a:p>
          <a:p>
            <a:r>
              <a:rPr lang="hu-HU" sz="2000" dirty="0"/>
              <a:t>WLC + Wifi eszközök</a:t>
            </a:r>
          </a:p>
          <a:p>
            <a:r>
              <a:rPr lang="hu-HU" sz="2000" dirty="0"/>
              <a:t>Statikus forgalomirányítás</a:t>
            </a:r>
          </a:p>
          <a:p>
            <a:r>
              <a:rPr lang="hu-HU" sz="2000" dirty="0"/>
              <a:t>Normál ACL</a:t>
            </a:r>
          </a:p>
          <a:p>
            <a:r>
              <a:rPr lang="hu-HU" sz="2000" dirty="0"/>
              <a:t>Dinamikus NAT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E1C7FD7-4E2D-1FB3-17E2-90FD6E17D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373" y="1306259"/>
            <a:ext cx="7985824" cy="4551918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4A9BD306-8653-92AF-1F20-C85316554984}"/>
              </a:ext>
            </a:extLst>
          </p:cNvPr>
          <p:cNvSpPr txBox="1"/>
          <p:nvPr/>
        </p:nvSpPr>
        <p:spPr>
          <a:xfrm>
            <a:off x="6000079" y="6143625"/>
            <a:ext cx="37828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Linux Szerver (</a:t>
            </a:r>
            <a:r>
              <a:rPr lang="hu-HU" sz="2200" dirty="0" err="1"/>
              <a:t>Radius</a:t>
            </a:r>
            <a:r>
              <a:rPr lang="hu-HU" sz="2200" dirty="0"/>
              <a:t> szerver)</a:t>
            </a:r>
          </a:p>
        </p:txBody>
      </p:sp>
    </p:spTree>
    <p:extLst>
      <p:ext uri="{BB962C8B-B14F-4D97-AF65-F5344CB8AC3E}">
        <p14:creationId xmlns:p14="http://schemas.microsoft.com/office/powerpoint/2010/main" val="352995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4ACB193-2998-049C-45AC-F0758CDF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733604"/>
          </a:xfrm>
        </p:spPr>
        <p:txBody>
          <a:bodyPr anchor="b">
            <a:normAutofit fontScale="90000"/>
          </a:bodyPr>
          <a:lstStyle/>
          <a:p>
            <a:r>
              <a:rPr lang="hu-HU" sz="5400" dirty="0"/>
              <a:t>Budapest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9EE8329-6974-264A-F95F-453E7641D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586" y="1133662"/>
            <a:ext cx="7778960" cy="472571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174BE721-4490-026A-A45A-B582AE6BD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07" y="1254045"/>
            <a:ext cx="3439005" cy="238158"/>
          </a:xfrm>
          <a:prstGeom prst="rect">
            <a:avLst/>
          </a:prstGeom>
        </p:spPr>
      </p:pic>
      <p:sp>
        <p:nvSpPr>
          <p:cNvPr id="9" name="Téglalap 8">
            <a:extLst>
              <a:ext uri="{FF2B5EF4-FFF2-40B4-BE49-F238E27FC236}">
                <a16:creationId xmlns:a16="http://schemas.microsoft.com/office/drawing/2014/main" id="{63A4B946-47E8-48F1-8999-A826659314C8}"/>
              </a:ext>
            </a:extLst>
          </p:cNvPr>
          <p:cNvSpPr/>
          <p:nvPr/>
        </p:nvSpPr>
        <p:spPr>
          <a:xfrm>
            <a:off x="581307" y="2466975"/>
            <a:ext cx="3429000" cy="279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54420CD-13D7-967E-C53D-89B7D6690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492203"/>
            <a:ext cx="3429000" cy="4725717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hu-HU" sz="2200" b="1" u="sng" dirty="0"/>
              <a:t>Használt </a:t>
            </a:r>
            <a:r>
              <a:rPr lang="hu-HU" sz="2200" b="1" u="sng" dirty="0" err="1"/>
              <a:t>protokolok</a:t>
            </a:r>
            <a:r>
              <a:rPr lang="hu-HU" sz="2200" b="1" u="sng" dirty="0"/>
              <a:t>:</a:t>
            </a:r>
            <a:endParaRPr lang="hu-HU" sz="2200" dirty="0"/>
          </a:p>
          <a:p>
            <a:r>
              <a:rPr lang="hu-HU" sz="1800" dirty="0"/>
              <a:t>Multi </a:t>
            </a:r>
            <a:r>
              <a:rPr lang="hu-HU" sz="1800" dirty="0" err="1"/>
              <a:t>Layer</a:t>
            </a:r>
            <a:r>
              <a:rPr lang="hu-HU" sz="1800" dirty="0"/>
              <a:t> </a:t>
            </a:r>
            <a:r>
              <a:rPr lang="hu-HU" sz="1800" dirty="0" err="1"/>
              <a:t>Switch</a:t>
            </a:r>
            <a:endParaRPr lang="hu-HU" sz="1800" dirty="0"/>
          </a:p>
          <a:p>
            <a:r>
              <a:rPr lang="hu-HU" sz="1800" dirty="0"/>
              <a:t>VLAN</a:t>
            </a:r>
          </a:p>
          <a:p>
            <a:r>
              <a:rPr lang="hu-HU" sz="1800" dirty="0"/>
              <a:t>DHCPv4 (MLS-</a:t>
            </a:r>
            <a:r>
              <a:rPr lang="hu-HU" sz="1800" dirty="0" err="1"/>
              <a:t>ből</a:t>
            </a:r>
            <a:r>
              <a:rPr lang="hu-HU" sz="1800" dirty="0"/>
              <a:t>)</a:t>
            </a:r>
          </a:p>
          <a:p>
            <a:r>
              <a:rPr lang="hu-HU" sz="1800" dirty="0"/>
              <a:t>ASA</a:t>
            </a:r>
          </a:p>
          <a:p>
            <a:r>
              <a:rPr lang="hu-HU" sz="1800" dirty="0"/>
              <a:t>NAT</a:t>
            </a:r>
          </a:p>
          <a:p>
            <a:r>
              <a:rPr lang="hu-HU" sz="1800" dirty="0"/>
              <a:t>VTP</a:t>
            </a:r>
          </a:p>
          <a:p>
            <a:r>
              <a:rPr lang="hu-HU" sz="1800" dirty="0"/>
              <a:t>Port-</a:t>
            </a:r>
            <a:r>
              <a:rPr lang="hu-HU" sz="1800" dirty="0" err="1"/>
              <a:t>security</a:t>
            </a:r>
            <a:endParaRPr lang="hu-HU" sz="1800" dirty="0"/>
          </a:p>
          <a:p>
            <a:r>
              <a:rPr lang="hu-HU" sz="1800" dirty="0"/>
              <a:t>DHCP </a:t>
            </a:r>
            <a:r>
              <a:rPr lang="hu-HU" sz="1800" dirty="0" err="1"/>
              <a:t>Snooping</a:t>
            </a:r>
            <a:endParaRPr lang="hu-HU" sz="1800" dirty="0"/>
          </a:p>
          <a:p>
            <a:r>
              <a:rPr lang="hu-HU" sz="1800" dirty="0"/>
              <a:t>ARP </a:t>
            </a:r>
            <a:r>
              <a:rPr lang="hu-HU" sz="1800" dirty="0" err="1"/>
              <a:t>inspection</a:t>
            </a:r>
            <a:r>
              <a:rPr lang="hu-HU" sz="1800" dirty="0"/>
              <a:t> </a:t>
            </a:r>
          </a:p>
          <a:p>
            <a:r>
              <a:rPr lang="hu-HU" sz="1800" dirty="0"/>
              <a:t>Statikus forgalomirányítás</a:t>
            </a:r>
          </a:p>
          <a:p>
            <a:r>
              <a:rPr lang="hu-HU" sz="1800" dirty="0"/>
              <a:t>Normál ACL</a:t>
            </a:r>
          </a:p>
          <a:p>
            <a:r>
              <a:rPr lang="hu-HU" sz="1800" dirty="0" err="1"/>
              <a:t>QoS</a:t>
            </a:r>
            <a:endParaRPr lang="hu-HU" sz="1800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10CDD12C-0C5B-A44A-E5AA-1868545D9BF6}"/>
              </a:ext>
            </a:extLst>
          </p:cNvPr>
          <p:cNvSpPr txBox="1"/>
          <p:nvPr/>
        </p:nvSpPr>
        <p:spPr>
          <a:xfrm>
            <a:off x="6885763" y="6217920"/>
            <a:ext cx="2492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Windows szerver (DNS)</a:t>
            </a:r>
          </a:p>
        </p:txBody>
      </p:sp>
    </p:spTree>
    <p:extLst>
      <p:ext uri="{BB962C8B-B14F-4D97-AF65-F5344CB8AC3E}">
        <p14:creationId xmlns:p14="http://schemas.microsoft.com/office/powerpoint/2010/main" val="1978605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4CA4C8-F896-97B7-D53D-EBFEDBE3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hu-HU" sz="5400" dirty="0"/>
              <a:t>Debrecen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A59FFE-4BF0-1D62-5737-51892E394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200" b="1" u="sng" dirty="0"/>
              <a:t>Használt </a:t>
            </a:r>
            <a:r>
              <a:rPr lang="hu-HU" sz="2200" b="1" u="sng" dirty="0" err="1"/>
              <a:t>protokolok</a:t>
            </a:r>
            <a:r>
              <a:rPr lang="hu-HU" sz="2200" b="1" u="sng" dirty="0"/>
              <a:t>:</a:t>
            </a:r>
            <a:endParaRPr lang="hu-HU" sz="2200" dirty="0"/>
          </a:p>
          <a:p>
            <a:r>
              <a:rPr lang="hu-HU" sz="2200" dirty="0" err="1"/>
              <a:t>Dual-Stack</a:t>
            </a:r>
            <a:endParaRPr lang="hu-HU" sz="2200" dirty="0"/>
          </a:p>
          <a:p>
            <a:r>
              <a:rPr lang="hu-HU" sz="2200" dirty="0"/>
              <a:t>Ipv6 DHCP </a:t>
            </a:r>
            <a:r>
              <a:rPr lang="hu-HU" sz="2200" dirty="0" err="1"/>
              <a:t>Stateless</a:t>
            </a:r>
            <a:endParaRPr lang="hu-HU" sz="2200" dirty="0"/>
          </a:p>
          <a:p>
            <a:r>
              <a:rPr lang="hu-HU" sz="2200" dirty="0"/>
              <a:t>Ipv6 DHCP </a:t>
            </a:r>
            <a:r>
              <a:rPr lang="hu-HU" sz="2200" dirty="0" err="1"/>
              <a:t>Statefull</a:t>
            </a:r>
            <a:endParaRPr lang="hu-HU" sz="2200" dirty="0"/>
          </a:p>
          <a:p>
            <a:r>
              <a:rPr lang="hu-HU" sz="2200" dirty="0"/>
              <a:t>VLAN (10,20,30,100)</a:t>
            </a:r>
          </a:p>
          <a:p>
            <a:endParaRPr lang="hu-HU" sz="22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208D8BF-49C6-DBE9-1A3A-8CA95F3F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473" y="1288683"/>
            <a:ext cx="6967687" cy="428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6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66CFCCF-7F6F-CF8E-8EFC-8BAED840E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hu-HU" sz="5400" dirty="0"/>
              <a:t>Győr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36D679-2D25-05DC-284D-288849E45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hu-HU" sz="2200" b="1" u="sng" dirty="0"/>
              <a:t>Használt </a:t>
            </a:r>
            <a:r>
              <a:rPr lang="hu-HU" sz="2200" b="1" u="sng" dirty="0" err="1"/>
              <a:t>protokolok</a:t>
            </a:r>
            <a:r>
              <a:rPr lang="hu-HU" sz="2200" b="1" u="sng" dirty="0"/>
              <a:t>:</a:t>
            </a:r>
            <a:endParaRPr lang="hu-HU" sz="2200" dirty="0"/>
          </a:p>
          <a:p>
            <a:r>
              <a:rPr lang="hu-HU" sz="2200" dirty="0" err="1"/>
              <a:t>Etherchannel</a:t>
            </a:r>
            <a:endParaRPr lang="hu-HU" sz="2200" dirty="0"/>
          </a:p>
          <a:p>
            <a:r>
              <a:rPr lang="hu-HU" sz="2200" dirty="0"/>
              <a:t>DHCPv4</a:t>
            </a:r>
          </a:p>
          <a:p>
            <a:r>
              <a:rPr lang="hu-HU" sz="2200" dirty="0"/>
              <a:t>VPN GRE over </a:t>
            </a:r>
            <a:r>
              <a:rPr lang="hu-HU" sz="2200" dirty="0" err="1"/>
              <a:t>Ipsec</a:t>
            </a:r>
            <a:endParaRPr lang="hu-HU" sz="2200" dirty="0"/>
          </a:p>
          <a:p>
            <a:r>
              <a:rPr lang="hu-HU" sz="2200" dirty="0"/>
              <a:t>Statikus forgalomirányítás</a:t>
            </a:r>
          </a:p>
          <a:p>
            <a:r>
              <a:rPr lang="hu-HU" sz="2200" dirty="0"/>
              <a:t>Hálózatprogramozás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A8DFEE7-58C6-5854-BEB8-0A1502A2F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91883"/>
            <a:ext cx="6903720" cy="5074234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85F5E008-F5C2-7AC9-FFBE-6E28B37B09AE}"/>
              </a:ext>
            </a:extLst>
          </p:cNvPr>
          <p:cNvSpPr txBox="1"/>
          <p:nvPr/>
        </p:nvSpPr>
        <p:spPr>
          <a:xfrm>
            <a:off x="6591300" y="6042726"/>
            <a:ext cx="288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Windows szerver (DHCPv4)</a:t>
            </a:r>
          </a:p>
        </p:txBody>
      </p:sp>
    </p:spTree>
    <p:extLst>
      <p:ext uri="{BB962C8B-B14F-4D97-AF65-F5344CB8AC3E}">
        <p14:creationId xmlns:p14="http://schemas.microsoft.com/office/powerpoint/2010/main" val="254126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09864F3-1829-1E5B-442C-A89BFE034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hu-HU" sz="7200" dirty="0"/>
              <a:t>Szerverek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349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4676358-8028-7A9A-CE15-17C48CDD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hu-HU" sz="5400"/>
              <a:t>Budapest Windows szerver (Virtuális)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rtalom helye 2">
            <a:extLst>
              <a:ext uri="{FF2B5EF4-FFF2-40B4-BE49-F238E27FC236}">
                <a16:creationId xmlns:a16="http://schemas.microsoft.com/office/drawing/2014/main" id="{221AF197-9E52-C179-40D4-2588F2B8C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35046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1653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65E74-4388-4696-9515-84CCA66B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24AD7D8A-E99A-C3D0-264E-AE7DFC4E8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4A459B9-3D4D-02A3-A5D5-B1E8A3D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hu-HU" sz="5400" dirty="0"/>
              <a:t>Győr Windows szerver (Virtuális)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BBDC8697-B861-5B7E-6C2F-A4182CC21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rtalom helye 2">
            <a:extLst>
              <a:ext uri="{FF2B5EF4-FFF2-40B4-BE49-F238E27FC236}">
                <a16:creationId xmlns:a16="http://schemas.microsoft.com/office/drawing/2014/main" id="{C6D84615-AFCF-A877-2875-C35BEF048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0829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5324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3F384-DB66-A400-66BB-2546C9C3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E9C25FA4-BA88-2448-1491-3A7A469B7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2C8F800-4726-F1DD-8623-A45382FBF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hu-HU" sz="5400" dirty="0"/>
              <a:t>Baja Linux szerver (Virtuális)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0544A65D-3F7F-4156-EE46-555F95935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rtalom helye 2">
            <a:extLst>
              <a:ext uri="{FF2B5EF4-FFF2-40B4-BE49-F238E27FC236}">
                <a16:creationId xmlns:a16="http://schemas.microsoft.com/office/drawing/2014/main" id="{8182827F-D1E0-7109-A9E4-5803EC35EC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4512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680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90F3D13-35E8-C0FC-0F6E-297DC7D86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42" y="2776631"/>
            <a:ext cx="3407519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Hálózatprogramozás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0E2F5F1-5D76-50A5-FC62-B25764A61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531" y="1249527"/>
            <a:ext cx="7984469" cy="399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29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61892FA-B3FA-9399-87CB-84D23A7A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Győr Router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7C584C-9AF2-7279-8477-BC77AE90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Győr router lekérdezése Python és Netmiko segítségével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B89B97D-A44B-77CA-B95F-E84A3CD67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262" y="467208"/>
            <a:ext cx="542007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34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4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4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11AF20-AAB3-A5D9-717D-412442A6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Győr Router alapkonfiguráció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F32F8FB9-2708-242E-7CEE-3AAE7047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1" y="1772219"/>
            <a:ext cx="4904270" cy="4732621"/>
          </a:xfrm>
          <a:prstGeom prst="rect">
            <a:avLst/>
          </a:prstGeom>
        </p:spPr>
      </p:pic>
      <p:pic>
        <p:nvPicPr>
          <p:cNvPr id="14" name="Tartalom helye 13">
            <a:extLst>
              <a:ext uri="{FF2B5EF4-FFF2-40B4-BE49-F238E27FC236}">
                <a16:creationId xmlns:a16="http://schemas.microsoft.com/office/drawing/2014/main" id="{77B41904-1400-A5CB-49ED-32C779CD3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1936" y="1603915"/>
            <a:ext cx="3988695" cy="49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6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B40C9EB-AA55-9496-876D-DBA569AB6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Nehézségek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2B0F74B-DDB1-71D0-B490-12DEEF4D9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68545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4337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B904F37-7BE0-7F97-3588-DF44DBB2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Köszönjük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figyelmet</a:t>
            </a:r>
            <a:r>
              <a:rPr lang="hu-HU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!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265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316</Words>
  <Application>Microsoft Office PowerPoint</Application>
  <PresentationFormat>Szélesvásznú</PresentationFormat>
  <Paragraphs>98</Paragraphs>
  <Slides>18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Office-téma</vt:lpstr>
      <vt:lpstr>CoreLink-KFT</vt:lpstr>
      <vt:lpstr>A cégről</vt:lpstr>
      <vt:lpstr>Eszközök</vt:lpstr>
      <vt:lpstr>Telephelyek</vt:lpstr>
      <vt:lpstr>PowerPoint-bemutató</vt:lpstr>
      <vt:lpstr>Baja</vt:lpstr>
      <vt:lpstr>Budapest</vt:lpstr>
      <vt:lpstr>Debrecen</vt:lpstr>
      <vt:lpstr>Győr</vt:lpstr>
      <vt:lpstr>Szerverek</vt:lpstr>
      <vt:lpstr>Budapest Windows szerver (Virtuális)</vt:lpstr>
      <vt:lpstr>Győr Windows szerver (Virtuális)</vt:lpstr>
      <vt:lpstr>Baja Linux szerver (Virtuális)</vt:lpstr>
      <vt:lpstr>Hálózatprogramozás</vt:lpstr>
      <vt:lpstr>Győr Router</vt:lpstr>
      <vt:lpstr>Győr Router alapkonfiguráció</vt:lpstr>
      <vt:lpstr>Nehézségek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Szekeres Rafael Alex</dc:creator>
  <cp:lastModifiedBy>Török Péter</cp:lastModifiedBy>
  <cp:revision>5</cp:revision>
  <dcterms:created xsi:type="dcterms:W3CDTF">2026-04-26T09:36:16Z</dcterms:created>
  <dcterms:modified xsi:type="dcterms:W3CDTF">2026-05-10T17:59:04Z</dcterms:modified>
</cp:coreProperties>
</file>