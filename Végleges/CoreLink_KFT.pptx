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1" r:id="rId5"/>
    <p:sldId id="268" r:id="rId6"/>
    <p:sldId id="262" r:id="rId7"/>
    <p:sldId id="269" r:id="rId8"/>
    <p:sldId id="260" r:id="rId9"/>
    <p:sldId id="270" r:id="rId10"/>
    <p:sldId id="263" r:id="rId11"/>
    <p:sldId id="264" r:id="rId12"/>
    <p:sldId id="271" r:id="rId1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FDF296-E28A-5006-6B30-EF0681596020}" v="3" dt="2026-04-26T14:04:32.9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D069489-F75C-756D-13D5-E8CCAABEED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5854384-7706-7315-8305-040FFDA1F4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8768B72-F619-6D50-19AE-6A4AB039A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F6207-C70D-4069-AA24-81AA90B8A8DE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027DAB0-C36C-17A0-23CC-EC416F1C0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CBFAE4C-C509-E48A-DF32-A18028392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F8267-DDC5-401A-8DEC-763EDDA6BDE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80942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C234DC0-895A-AEA3-6238-B26038E31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01949A6-925A-D7C5-CB0D-2CC6EC7DCA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0F0C6B6-10B9-3FB7-EB28-2EC5AFD57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F6207-C70D-4069-AA24-81AA90B8A8DE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B97C425-E616-C172-40F2-1D219FA4E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10EC63A-D617-68AA-7A08-360C9E545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F8267-DDC5-401A-8DEC-763EDDA6BDE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23008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099EDB4-4573-7838-588C-D8E79C336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E3DFE86-BC65-792A-7520-A773B50629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3DFA508-22BE-5BC5-2872-878ACA8D9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F6207-C70D-4069-AA24-81AA90B8A8DE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413C620-104B-237B-E1D5-513E2B428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FF257BB-81E2-150B-F3C6-24CCD0F07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F8267-DDC5-401A-8DEC-763EDDA6BDE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44370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73468FE-76B1-F638-5F42-89AC0311B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8AA0EBB-CBE2-3E65-F531-FF46517189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4321996-38E4-EA37-35EB-C1DBDFEACD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86F1BBD-8148-002A-17C5-87449EE92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F6207-C70D-4069-AA24-81AA90B8A8DE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FF366FF-BA6F-FE1D-6191-5052A8B49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913A312-EF3C-49F9-9E71-60034BF0D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F8267-DDC5-401A-8DEC-763EDDA6BDE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62109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AD051CA-51B3-D27F-00D2-542327A4D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7BB506D-9198-DB04-DB98-4E9D80D8D8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394FFBE-761A-9F51-248E-6865F21D52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6EB0470-53C6-935F-D740-E161D4C84E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139A4070-1583-21E6-CF57-502B951628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ABB7BC9F-6C45-F00A-A8F7-AFD09D301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F6207-C70D-4069-AA24-81AA90B8A8DE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21F149F6-702A-3040-EA38-68073BE81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FA33F1B7-88C7-1E15-7F21-49508F649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F8267-DDC5-401A-8DEC-763EDDA6BDE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69774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E2A9F3A-83E7-33F1-CEE0-C0C84311C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FB986FDF-8DD8-5288-DA62-33F511838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F6207-C70D-4069-AA24-81AA90B8A8DE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E0E4C80C-04F7-C918-18C9-189385106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3FFDBFA2-3713-F363-E6D2-63404D676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F8267-DDC5-401A-8DEC-763EDDA6BDE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937549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0A71D1B8-9E4B-DB88-970B-0FB1898FF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F6207-C70D-4069-AA24-81AA90B8A8DE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864CBCF0-65ED-B5F0-A25F-40868ECDB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DECBB5A3-CF9F-84E3-E01F-B2902E7B1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F8267-DDC5-401A-8DEC-763EDDA6BDE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10349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F38D024-1A3D-9D29-7372-200B08BCB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15EC2FA-5CDC-A82D-9BDD-AAA9E0790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B0CA1251-6ABD-4D5A-6748-D8C70204D6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924C6CE-5C26-DBD9-E72D-2EE8C1B5E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F6207-C70D-4069-AA24-81AA90B8A8DE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53EDE20-029F-95C7-6A16-5787542C3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513EE9A-5A74-A48B-E9D5-722A32CAD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F8267-DDC5-401A-8DEC-763EDDA6BDE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97230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EEB64AC-2E39-0E80-ABFF-1595D87A4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0114610B-1897-424C-19C4-AD6FA872A2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C4978AEE-5C9A-6092-D972-0F12E15D8B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6DAE30B-EAC3-F52C-1089-063C848E0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F6207-C70D-4069-AA24-81AA90B8A8DE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885B36D-9BA1-AC2B-BD39-463432A99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17968AE-0DE5-CA16-B569-2E97E3AE3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F8267-DDC5-401A-8DEC-763EDDA6BDE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258722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F0EA459-A696-D347-5372-CA2FFAF37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4AAC032C-C32E-BA82-89E6-10D020AF4F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4542C30-788F-EA11-E404-E650FCD342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F6207-C70D-4069-AA24-81AA90B8A8DE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A7A301D-8CC8-EC94-568F-EA7050A22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4CB8A6B-2E65-6649-57F1-739DA6F24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F8267-DDC5-401A-8DEC-763EDDA6BDE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124688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4A84868-6E84-EAF7-C59E-2401832EBE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0A9363F3-0683-BB66-4809-6049512BE7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8114930-02FD-0876-9EAA-4AED00F0F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1F6207-C70D-4069-AA24-81AA90B8A8DE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7997BB5-920B-57DA-5345-A950E6D4B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29D977D-D1EB-937A-7AA1-682C3D262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EF8267-DDC5-401A-8DEC-763EDDA6BDE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385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2B9006AF-BA92-5877-7DA4-6C6005DAC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89A517C-85A1-8499-AE1E-62B7A07A07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32E5BDF-E9B9-ED65-F387-B7956E3535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1F6207-C70D-4069-AA24-81AA90B8A8DE}" type="datetimeFigureOut">
              <a:rPr lang="hu-HU" smtClean="0"/>
              <a:t>2026. 04. 26.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3C00B78-FA8D-8D5A-7BBC-C5098B4EB4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D41377C-D6ED-01A0-5886-AF03F128B8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EF8267-DDC5-401A-8DEC-763EDDA6BDE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65708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093B5EB-B921-57D9-6A87-165F2AA37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err="1"/>
              <a:t>CoreLink</a:t>
            </a:r>
            <a:r>
              <a:rPr lang="hu-HU" dirty="0"/>
              <a:t>-KFT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9E0F8F3-008D-3162-C624-D5BD125682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Tagjai: Török Péter, Terdik Zalán, Szekeres Rafael Alex</a:t>
            </a:r>
          </a:p>
        </p:txBody>
      </p:sp>
    </p:spTree>
    <p:extLst>
      <p:ext uri="{BB962C8B-B14F-4D97-AF65-F5344CB8AC3E}">
        <p14:creationId xmlns:p14="http://schemas.microsoft.com/office/powerpoint/2010/main" val="3075132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55E36D1-C518-86AB-2440-A160ADD7B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cégről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1379F0C-A98A-18E1-0E20-2E303E756B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359984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B6A159-5E43-46C6-104F-E4F428445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Eszközök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B8ABBBE-8FED-2FB1-78AF-100F3947DF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Cisco 2960 </a:t>
            </a:r>
            <a:r>
              <a:rPr lang="hu-HU" dirty="0" err="1"/>
              <a:t>Switch</a:t>
            </a:r>
            <a:endParaRPr lang="hu-HU" dirty="0"/>
          </a:p>
          <a:p>
            <a:r>
              <a:rPr lang="hu-HU" dirty="0"/>
              <a:t>Cisco ISR4331 Router</a:t>
            </a:r>
          </a:p>
          <a:p>
            <a:r>
              <a:rPr lang="hu-HU" dirty="0"/>
              <a:t>Cisco 5506-X ASA tűzfal</a:t>
            </a:r>
          </a:p>
          <a:p>
            <a:r>
              <a:rPr lang="hu-HU" dirty="0"/>
              <a:t>Laptopok és Számítógépek a dolgozók, illetve a </a:t>
            </a:r>
            <a:r>
              <a:rPr lang="hu-HU" dirty="0" err="1"/>
              <a:t>Rendszegazda</a:t>
            </a:r>
            <a:r>
              <a:rPr lang="hu-HU" dirty="0"/>
              <a:t> részére</a:t>
            </a:r>
          </a:p>
          <a:p>
            <a:r>
              <a:rPr lang="hu-HU" dirty="0" err="1"/>
              <a:t>Virtualbox</a:t>
            </a:r>
            <a:r>
              <a:rPr lang="hu-HU" dirty="0"/>
              <a:t> a szerverek elkészítéséhez</a:t>
            </a:r>
          </a:p>
          <a:p>
            <a:r>
              <a:rPr lang="hu-HU" dirty="0" err="1"/>
              <a:t>Netmiko</a:t>
            </a:r>
            <a:r>
              <a:rPr lang="hu-HU" dirty="0"/>
              <a:t> a hálózatprogramozás elkészítéséhez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416085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673318E-1D8C-C8BD-9138-E9AF9B1B6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Baja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D10ECD9-8471-8563-0395-E03A241E9B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Portbiztonság</a:t>
            </a:r>
            <a:endParaRPr lang="hu-HU" dirty="0"/>
          </a:p>
          <a:p>
            <a:r>
              <a:rPr lang="hu-HU" dirty="0"/>
              <a:t>VLAN</a:t>
            </a:r>
          </a:p>
          <a:p>
            <a:r>
              <a:rPr lang="hu-HU" dirty="0"/>
              <a:t>WLC</a:t>
            </a:r>
          </a:p>
          <a:p>
            <a:r>
              <a:rPr lang="hu-HU" dirty="0"/>
              <a:t>DHCPv4</a:t>
            </a:r>
          </a:p>
          <a:p>
            <a:r>
              <a:rPr lang="hu-HU" dirty="0"/>
              <a:t>VPN</a:t>
            </a:r>
          </a:p>
          <a:p>
            <a:r>
              <a:rPr lang="hu-HU" dirty="0"/>
              <a:t>ACL</a:t>
            </a:r>
          </a:p>
          <a:p>
            <a:endParaRPr lang="hu-HU" dirty="0"/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9E1C7FD7-4E2D-1FB3-17E2-90FD6E17DF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4300" y="1400212"/>
            <a:ext cx="7112082" cy="4057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995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2309873-0F9C-6C73-EBD1-077300211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99937"/>
            <a:ext cx="10515600" cy="1325563"/>
          </a:xfrm>
        </p:spPr>
        <p:txBody>
          <a:bodyPr/>
          <a:lstStyle/>
          <a:p>
            <a:pPr algn="ctr"/>
            <a:r>
              <a:rPr lang="hu-HU" dirty="0" err="1"/>
              <a:t>Ip</a:t>
            </a:r>
            <a:r>
              <a:rPr lang="hu-HU" dirty="0"/>
              <a:t> címek és portok Baja</a:t>
            </a: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E9AE14C0-94A6-662C-408F-1CBCD3C2FF8D}"/>
              </a:ext>
            </a:extLst>
          </p:cNvPr>
          <p:cNvSpPr txBox="1"/>
          <p:nvPr/>
        </p:nvSpPr>
        <p:spPr>
          <a:xfrm>
            <a:off x="3047163" y="3246846"/>
            <a:ext cx="6094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hu-HU" dirty="0"/>
          </a:p>
        </p:txBody>
      </p:sp>
      <p:pic>
        <p:nvPicPr>
          <p:cNvPr id="16" name="Kép 15">
            <a:extLst>
              <a:ext uri="{FF2B5EF4-FFF2-40B4-BE49-F238E27FC236}">
                <a16:creationId xmlns:a16="http://schemas.microsoft.com/office/drawing/2014/main" id="{C3419634-BE57-743E-734A-0156F89B6A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703" y="1529348"/>
            <a:ext cx="4794505" cy="3434996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83017770-73F6-2E2F-46A9-CE6FA841A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0317" y="1529348"/>
            <a:ext cx="5772912" cy="3434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8294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4ACB193-2998-049C-45AC-F0758CDF6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Budapest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54420CD-13D7-967E-C53D-89B7D6690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Multi </a:t>
            </a:r>
            <a:r>
              <a:rPr lang="hu-HU" dirty="0" err="1"/>
              <a:t>Layer</a:t>
            </a:r>
            <a:r>
              <a:rPr lang="hu-HU" dirty="0"/>
              <a:t> </a:t>
            </a:r>
            <a:r>
              <a:rPr lang="hu-HU" dirty="0" err="1"/>
              <a:t>Switch</a:t>
            </a:r>
            <a:endParaRPr lang="hu-HU" dirty="0"/>
          </a:p>
          <a:p>
            <a:r>
              <a:rPr lang="hu-HU" dirty="0"/>
              <a:t>VLAN</a:t>
            </a:r>
          </a:p>
          <a:p>
            <a:r>
              <a:rPr lang="hu-HU" dirty="0"/>
              <a:t>DHCPv4 (MLS-</a:t>
            </a:r>
            <a:r>
              <a:rPr lang="hu-HU" dirty="0" err="1"/>
              <a:t>ből</a:t>
            </a:r>
            <a:r>
              <a:rPr lang="hu-HU" dirty="0"/>
              <a:t>)</a:t>
            </a:r>
          </a:p>
          <a:p>
            <a:r>
              <a:rPr lang="hu-HU" dirty="0"/>
              <a:t>ASA</a:t>
            </a:r>
          </a:p>
          <a:p>
            <a:r>
              <a:rPr lang="hu-HU" dirty="0"/>
              <a:t>NAT</a:t>
            </a:r>
          </a:p>
          <a:p>
            <a:endParaRPr lang="hu-HU" dirty="0"/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9EE8329-6974-264A-F95F-453E7641D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8462" y="874207"/>
            <a:ext cx="6843749" cy="4556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605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97DF8EC-77FC-E8D5-7501-0983AB64E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2083"/>
            <a:ext cx="10515600" cy="1325563"/>
          </a:xfrm>
        </p:spPr>
        <p:txBody>
          <a:bodyPr/>
          <a:lstStyle/>
          <a:p>
            <a:pPr algn="ctr"/>
            <a:r>
              <a:rPr lang="hu-HU" dirty="0" err="1"/>
              <a:t>Ip</a:t>
            </a:r>
            <a:r>
              <a:rPr lang="hu-HU" dirty="0"/>
              <a:t> címek és portok Budapest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364671ED-7D74-F5FE-B915-3FBDAC89B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8384" y="1461718"/>
            <a:ext cx="7475972" cy="5134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1398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84CA4C8-F896-97B7-D53D-EBFEDBE36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Debrecen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5A59FFE-4BF0-1D62-5737-51892E3944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hu-HU" err="1"/>
              <a:t>Dual-Stack</a:t>
            </a:r>
            <a:endParaRPr lang="hu-HU"/>
          </a:p>
          <a:p>
            <a:pPr>
              <a:lnSpc>
                <a:spcPct val="150000"/>
              </a:lnSpc>
            </a:pPr>
            <a:r>
              <a:rPr lang="hu-HU" dirty="0"/>
              <a:t>Ipv6 DHCP </a:t>
            </a:r>
            <a:r>
              <a:rPr lang="hu-HU" err="1"/>
              <a:t>Stateless</a:t>
            </a:r>
            <a:endParaRPr lang="hu-HU"/>
          </a:p>
          <a:p>
            <a:pPr>
              <a:lnSpc>
                <a:spcPct val="150000"/>
              </a:lnSpc>
            </a:pPr>
            <a:r>
              <a:rPr lang="hu-HU" dirty="0"/>
              <a:t>Ipv6 DHCP </a:t>
            </a:r>
            <a:r>
              <a:rPr lang="hu-HU" err="1"/>
              <a:t>Stateful</a:t>
            </a:r>
            <a:endParaRPr lang="hu-HU"/>
          </a:p>
          <a:p>
            <a:pPr>
              <a:lnSpc>
                <a:spcPct val="150000"/>
              </a:lnSpc>
            </a:pPr>
            <a:r>
              <a:rPr lang="hu-HU" dirty="0"/>
              <a:t>VLAN</a:t>
            </a:r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3A96E221-AFA8-454F-3662-37F850251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3531" y="1027906"/>
            <a:ext cx="7147454" cy="4733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1666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A4620E3-907D-5FC9-0E7E-8AA4F378F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 err="1"/>
              <a:t>Ip</a:t>
            </a:r>
            <a:r>
              <a:rPr lang="hu-HU" dirty="0"/>
              <a:t> címek és portok Debrecen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CFAB880-1276-FD15-4FD2-B635170C6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" y="1975104"/>
            <a:ext cx="10427207" cy="3337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241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66CFCCF-7F6F-CF8E-8EFC-8BAED840E8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Győr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36D679-2D25-05DC-284D-288849E451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Etherchannel</a:t>
            </a:r>
            <a:endParaRPr lang="hu-HU" dirty="0"/>
          </a:p>
          <a:p>
            <a:r>
              <a:rPr lang="hu-HU" dirty="0"/>
              <a:t>DHCPv4</a:t>
            </a:r>
          </a:p>
          <a:p>
            <a:r>
              <a:rPr lang="hu-HU" dirty="0"/>
              <a:t>DHCP </a:t>
            </a:r>
            <a:r>
              <a:rPr lang="hu-HU" dirty="0" err="1"/>
              <a:t>snooping</a:t>
            </a:r>
            <a:endParaRPr lang="hu-HU" dirty="0"/>
          </a:p>
          <a:p>
            <a:r>
              <a:rPr lang="hu-HU" dirty="0"/>
              <a:t>VPN</a:t>
            </a:r>
          </a:p>
          <a:p>
            <a:r>
              <a:rPr lang="hu-HU" dirty="0"/>
              <a:t>Hálózatprogramozás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A8DFEE7-58C6-5854-BEB8-0A1502A2FF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871" y="581487"/>
            <a:ext cx="7063154" cy="5184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2666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A1171A2-0E8D-53AE-97AD-7596DF33A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 err="1"/>
              <a:t>Ip</a:t>
            </a:r>
            <a:r>
              <a:rPr lang="hu-HU" dirty="0"/>
              <a:t> címek és portok Győr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1BF2802-9529-85C5-3EA9-06C461962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541" y="1420818"/>
            <a:ext cx="8631534" cy="5072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3993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09864F3-1829-1E5B-442C-A89BFE0347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Szerverek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B39B14F-56BF-EEBF-1781-8B515E34A7A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893490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98</Words>
  <Application>Microsoft Office PowerPoint</Application>
  <PresentationFormat>Szélesvásznú</PresentationFormat>
  <Paragraphs>39</Paragraphs>
  <Slides>12</Slides>
  <Notes>0</Notes>
  <HiddenSlides>0</HiddenSlides>
  <MMClips>0</MMClip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3" baseType="lpstr">
      <vt:lpstr>Office-téma</vt:lpstr>
      <vt:lpstr>CoreLink-KFT</vt:lpstr>
      <vt:lpstr>A cégről</vt:lpstr>
      <vt:lpstr>Eszközök</vt:lpstr>
      <vt:lpstr>Baja</vt:lpstr>
      <vt:lpstr>Ip címek és portok Baja</vt:lpstr>
      <vt:lpstr>Budapest</vt:lpstr>
      <vt:lpstr>Ip címek és portok Budapest</vt:lpstr>
      <vt:lpstr>Debrecen</vt:lpstr>
      <vt:lpstr>Ip címek és portok Debrecen</vt:lpstr>
      <vt:lpstr>Győr</vt:lpstr>
      <vt:lpstr>Ip címek és portok Győr</vt:lpstr>
      <vt:lpstr>Szerverek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Szekeres Rafael Alex</dc:creator>
  <cp:lastModifiedBy>Szekeres Rafael Alex</cp:lastModifiedBy>
  <cp:revision>6</cp:revision>
  <dcterms:created xsi:type="dcterms:W3CDTF">2026-04-26T09:36:16Z</dcterms:created>
  <dcterms:modified xsi:type="dcterms:W3CDTF">2026-04-26T21:28:25Z</dcterms:modified>
</cp:coreProperties>
</file>